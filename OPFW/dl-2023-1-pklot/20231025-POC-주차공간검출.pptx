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76" r:id="rId2"/>
    <p:sldMasterId id="2147483677" r:id="rId3"/>
    <p:sldMasterId id="2147483678" r:id="rId4"/>
    <p:sldMasterId id="2147483679" r:id="rId5"/>
    <p:sldMasterId id="2147483680" r:id="rId6"/>
  </p:sldMasterIdLst>
  <p:notesMasterIdLst>
    <p:notesMasterId r:id="rId20"/>
  </p:notesMasterIdLst>
  <p:sldIdLst>
    <p:sldId id="276" r:id="rId7"/>
    <p:sldId id="290" r:id="rId8"/>
    <p:sldId id="306" r:id="rId9"/>
    <p:sldId id="307" r:id="rId10"/>
    <p:sldId id="308" r:id="rId11"/>
    <p:sldId id="310" r:id="rId12"/>
    <p:sldId id="311" r:id="rId13"/>
    <p:sldId id="309" r:id="rId14"/>
    <p:sldId id="312" r:id="rId15"/>
    <p:sldId id="313" r:id="rId16"/>
    <p:sldId id="314" r:id="rId17"/>
    <p:sldId id="315" r:id="rId18"/>
    <p:sldId id="316" r:id="rId19"/>
  </p:sldIdLst>
  <p:sldSz cx="9015413" cy="6858000"/>
  <p:notesSz cx="6858000" cy="9144000"/>
  <p:embeddedFontLst>
    <p:embeddedFont>
      <p:font typeface="맑은 고딕" panose="020B0503020000020004" pitchFamily="34" charset="-127"/>
      <p:regular r:id="rId21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alibri Light" panose="020F0302020204030204" pitchFamily="34" charset="0"/>
      <p:regular r:id="rId27"/>
      <p:italic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4" userDrawn="1">
          <p15:clr>
            <a:srgbClr val="A4A3A4"/>
          </p15:clr>
        </p15:guide>
        <p15:guide id="2" pos="2840">
          <p15:clr>
            <a:srgbClr val="A4A3A4"/>
          </p15:clr>
        </p15:guide>
        <p15:guide id="3" pos="254" userDrawn="1">
          <p15:clr>
            <a:srgbClr val="A4A3A4"/>
          </p15:clr>
        </p15:guide>
        <p15:guide id="4" pos="5289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6" pos="390" userDrawn="1">
          <p15:clr>
            <a:srgbClr val="A4A3A4"/>
          </p15:clr>
        </p15:guide>
        <p15:guide id="7" pos="503" userDrawn="1">
          <p15:clr>
            <a:srgbClr val="A4A3A4"/>
          </p15:clr>
        </p15:guide>
        <p15:guide id="8" orient="horz" pos="40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B4B"/>
    <a:srgbClr val="001F63"/>
    <a:srgbClr val="FFF3CD"/>
    <a:srgbClr val="29336E"/>
    <a:srgbClr val="38A1DB"/>
    <a:srgbClr val="005CA2"/>
    <a:srgbClr val="005293"/>
    <a:srgbClr val="036EB8"/>
    <a:srgbClr val="9AD0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41" autoAdjust="0"/>
    <p:restoredTop sz="93491" autoAdjust="0"/>
  </p:normalViewPr>
  <p:slideViewPr>
    <p:cSldViewPr snapToGrid="0">
      <p:cViewPr varScale="1">
        <p:scale>
          <a:sx n="200" d="100"/>
          <a:sy n="200" d="100"/>
        </p:scale>
        <p:origin x="776" y="176"/>
      </p:cViewPr>
      <p:guideLst>
        <p:guide orient="horz" pos="1094"/>
        <p:guide pos="2840"/>
        <p:guide pos="254"/>
        <p:guide pos="5289"/>
        <p:guide orient="horz" pos="2160"/>
        <p:guide pos="390"/>
        <p:guide pos="503"/>
        <p:guide orient="horz" pos="4088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457200" latinLnBrk="0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457200" latinLnBrk="0">
              <a:defRPr sz="1200"/>
            </a:lvl1pPr>
          </a:lstStyle>
          <a:p>
            <a:pPr>
              <a:defRPr/>
            </a:pPr>
            <a:r>
              <a:rPr lang="ko-KR" altLang="en-US"/>
              <a:t>2022-12-15</a:t>
            </a:r>
          </a:p>
        </p:txBody>
      </p:sp>
      <p:sp>
        <p:nvSpPr>
          <p:cNvPr id="24580" name="Rectangle 4"/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174750" y="685800"/>
            <a:ext cx="45085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457200" latinLnBrk="0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457200" latinLnBrk="0">
              <a:defRPr sz="120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2022-12-15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87698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2022-12-15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34026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2022-12-15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4472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2022-12-15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79945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2022-12-15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53605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2022-12-15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20682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2022-12-15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30086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2022-12-15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70240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2022-12-15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62766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2022-12-15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460729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2022-12-15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299899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2022-12-15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524025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ore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2022-12-15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03935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76275" y="2130425"/>
            <a:ext cx="7662863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52550" y="3886200"/>
            <a:ext cx="6310313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/>
              <a:t>2022-12-15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/>
              <a:t>2022-12-15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2788" y="4406900"/>
            <a:ext cx="766286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12788" y="2906713"/>
            <a:ext cx="7662862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/>
              <a:t>2022-12-15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19125" y="1825625"/>
            <a:ext cx="3811588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83113" y="1825625"/>
            <a:ext cx="3813175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/>
              <a:t>2022-12-15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0850" y="274638"/>
            <a:ext cx="811371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0850" y="1535113"/>
            <a:ext cx="39830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0850" y="2174875"/>
            <a:ext cx="39830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579938" y="1535113"/>
            <a:ext cx="39846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579938" y="2174875"/>
            <a:ext cx="39846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/>
              <a:t>2022-12-15</a:t>
            </a:r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/>
              <a:t>2022-12-15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/>
              <a:t>2022-12-15</a:t>
            </a:r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0850" y="273050"/>
            <a:ext cx="296545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24250" y="273050"/>
            <a:ext cx="5040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0850" y="1435100"/>
            <a:ext cx="296545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/>
              <a:t>2022-12-15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66888" y="4800600"/>
            <a:ext cx="5410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66888" y="612775"/>
            <a:ext cx="5410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66888" y="5367338"/>
            <a:ext cx="5410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/>
              <a:t>2022-12-15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/>
              <a:t>2022-12-15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453188" y="365125"/>
            <a:ext cx="19431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19125" y="365125"/>
            <a:ext cx="5681663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/>
              <a:t>2022-12-15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76275" y="2130425"/>
            <a:ext cx="7662863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52550" y="3886200"/>
            <a:ext cx="6310313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2788" y="4406900"/>
            <a:ext cx="766286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12788" y="2906713"/>
            <a:ext cx="7662862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19125" y="1825625"/>
            <a:ext cx="3811588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83113" y="1825625"/>
            <a:ext cx="3813175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0850" y="274638"/>
            <a:ext cx="811371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0850" y="1535113"/>
            <a:ext cx="39830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0850" y="2174875"/>
            <a:ext cx="39830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579938" y="1535113"/>
            <a:ext cx="39846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579938" y="2174875"/>
            <a:ext cx="39846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0850" y="273050"/>
            <a:ext cx="296545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24250" y="273050"/>
            <a:ext cx="5040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0850" y="1435100"/>
            <a:ext cx="296545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66888" y="4800600"/>
            <a:ext cx="5410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66888" y="612775"/>
            <a:ext cx="5410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66888" y="5367338"/>
            <a:ext cx="5410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453188" y="365125"/>
            <a:ext cx="19431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19125" y="365125"/>
            <a:ext cx="5681663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76275" y="2130425"/>
            <a:ext cx="7662863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52550" y="3886200"/>
            <a:ext cx="6310313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2788" y="4406900"/>
            <a:ext cx="766286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12788" y="2906713"/>
            <a:ext cx="7662862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19125" y="1825625"/>
            <a:ext cx="3811588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83113" y="1825625"/>
            <a:ext cx="3813175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0850" y="274638"/>
            <a:ext cx="811371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0850" y="1535113"/>
            <a:ext cx="39830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0850" y="2174875"/>
            <a:ext cx="39830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579938" y="1535113"/>
            <a:ext cx="39846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579938" y="2174875"/>
            <a:ext cx="39846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0850" y="273050"/>
            <a:ext cx="296545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24250" y="273050"/>
            <a:ext cx="5040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0850" y="1435100"/>
            <a:ext cx="296545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66888" y="4800600"/>
            <a:ext cx="5410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66888" y="612775"/>
            <a:ext cx="5410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66888" y="5367338"/>
            <a:ext cx="5410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453188" y="365125"/>
            <a:ext cx="19431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19125" y="365125"/>
            <a:ext cx="5681663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76275" y="2130425"/>
            <a:ext cx="7662863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52550" y="3886200"/>
            <a:ext cx="6310313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2788" y="4406900"/>
            <a:ext cx="766286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12788" y="2906713"/>
            <a:ext cx="7662862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19125" y="1825625"/>
            <a:ext cx="3811588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83113" y="1825625"/>
            <a:ext cx="3813175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0850" y="274638"/>
            <a:ext cx="811371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0850" y="1535113"/>
            <a:ext cx="39830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0850" y="2174875"/>
            <a:ext cx="39830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579938" y="1535113"/>
            <a:ext cx="39846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579938" y="2174875"/>
            <a:ext cx="39846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0850" y="273050"/>
            <a:ext cx="296545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24250" y="273050"/>
            <a:ext cx="5040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0850" y="1435100"/>
            <a:ext cx="296545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66888" y="4800600"/>
            <a:ext cx="5410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66888" y="612775"/>
            <a:ext cx="5410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66888" y="5367338"/>
            <a:ext cx="5410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453188" y="365125"/>
            <a:ext cx="19431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19125" y="365125"/>
            <a:ext cx="5681663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76275" y="2130425"/>
            <a:ext cx="7662863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52550" y="3886200"/>
            <a:ext cx="6310313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2788" y="4406900"/>
            <a:ext cx="766286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12788" y="2906713"/>
            <a:ext cx="7662862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19125" y="1825625"/>
            <a:ext cx="3811588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83113" y="1825625"/>
            <a:ext cx="3813175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0850" y="274638"/>
            <a:ext cx="811371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0850" y="1535113"/>
            <a:ext cx="39830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0850" y="2174875"/>
            <a:ext cx="39830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579938" y="1535113"/>
            <a:ext cx="39846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579938" y="2174875"/>
            <a:ext cx="39846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0850" y="273050"/>
            <a:ext cx="296545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24250" y="273050"/>
            <a:ext cx="5040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0850" y="1435100"/>
            <a:ext cx="296545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66888" y="4800600"/>
            <a:ext cx="5410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66888" y="612775"/>
            <a:ext cx="5410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66888" y="5367338"/>
            <a:ext cx="5410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453188" y="365125"/>
            <a:ext cx="19431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19125" y="365125"/>
            <a:ext cx="5681663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76275" y="2130425"/>
            <a:ext cx="7662863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52550" y="3886200"/>
            <a:ext cx="6310313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2788" y="4406900"/>
            <a:ext cx="766286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12788" y="2906713"/>
            <a:ext cx="7662862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19125" y="1825625"/>
            <a:ext cx="3811588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83113" y="1825625"/>
            <a:ext cx="3813175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0850" y="274638"/>
            <a:ext cx="811371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0850" y="1535113"/>
            <a:ext cx="39830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0850" y="2174875"/>
            <a:ext cx="39830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579938" y="1535113"/>
            <a:ext cx="39846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579938" y="2174875"/>
            <a:ext cx="39846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0850" y="273050"/>
            <a:ext cx="296545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24250" y="273050"/>
            <a:ext cx="5040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0850" y="1435100"/>
            <a:ext cx="296545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66888" y="4800600"/>
            <a:ext cx="5410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66888" y="612775"/>
            <a:ext cx="5410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66888" y="5367338"/>
            <a:ext cx="5410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453188" y="365125"/>
            <a:ext cx="19431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19125" y="365125"/>
            <a:ext cx="5681663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title"/>
          </p:nvPr>
        </p:nvSpPr>
        <p:spPr bwMode="auto">
          <a:xfrm>
            <a:off x="619125" y="365125"/>
            <a:ext cx="7777163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Rectangle 3"/>
          <p:cNvSpPr>
            <a:spLocks noGrp="1"/>
          </p:cNvSpPr>
          <p:nvPr>
            <p:ph type="body" idx="1"/>
          </p:nvPr>
        </p:nvSpPr>
        <p:spPr bwMode="auto">
          <a:xfrm>
            <a:off x="619125" y="1825625"/>
            <a:ext cx="7777163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2"/>
          </p:nvPr>
        </p:nvSpPr>
        <p:spPr>
          <a:xfrm>
            <a:off x="619125" y="6356350"/>
            <a:ext cx="2028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457200" latinLnBrk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/>
              <a:t>2022-12-15</a:t>
            </a:r>
            <a:endParaRPr lang="ko-KR" alt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3"/>
          </p:nvPr>
        </p:nvSpPr>
        <p:spPr>
          <a:xfrm>
            <a:off x="2986088" y="6356350"/>
            <a:ext cx="3043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457200" latinLnBrk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4"/>
          </p:nvPr>
        </p:nvSpPr>
        <p:spPr>
          <a:xfrm>
            <a:off x="6367463" y="6356350"/>
            <a:ext cx="2028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457200" latinLnBrk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 dt="0"/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/>
          <p:nvPr userDrawn="1"/>
        </p:nvSpPr>
        <p:spPr>
          <a:xfrm>
            <a:off x="0" y="0"/>
            <a:ext cx="9015413" cy="6858000"/>
          </a:xfrm>
          <a:prstGeom prst="rect">
            <a:avLst/>
          </a:prstGeom>
          <a:gradFill>
            <a:gsLst>
              <a:gs pos="0">
                <a:srgbClr val="0086EA"/>
              </a:gs>
              <a:gs pos="100000">
                <a:srgbClr val="004F8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latinLnBrk="0">
              <a:defRPr/>
            </a:pP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title"/>
          </p:nvPr>
        </p:nvSpPr>
        <p:spPr bwMode="auto">
          <a:xfrm>
            <a:off x="619125" y="365125"/>
            <a:ext cx="7777163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76" name="Rectangle 4"/>
          <p:cNvSpPr>
            <a:spLocks noGrp="1"/>
          </p:cNvSpPr>
          <p:nvPr>
            <p:ph type="body" idx="1"/>
          </p:nvPr>
        </p:nvSpPr>
        <p:spPr bwMode="auto">
          <a:xfrm>
            <a:off x="619125" y="1825625"/>
            <a:ext cx="7777163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Rectangle 5"/>
          <p:cNvSpPr>
            <a:spLocks noGrp="1"/>
          </p:cNvSpPr>
          <p:nvPr>
            <p:ph type="sldNum" sz="quarter" idx="4"/>
          </p:nvPr>
        </p:nvSpPr>
        <p:spPr>
          <a:xfrm>
            <a:off x="6367463" y="6356350"/>
            <a:ext cx="2028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457200" latinLnBrk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sldNum="0" hdr="0" ftr="0" dt="0"/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/>
          <p:nvPr userDrawn="1"/>
        </p:nvSpPr>
        <p:spPr>
          <a:xfrm>
            <a:off x="0" y="777875"/>
            <a:ext cx="9015413" cy="6080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latinLnBrk="0">
              <a:defRPr/>
            </a:pPr>
            <a:endParaRPr lang="ko-KR" altLang="en-US"/>
          </a:p>
        </p:txBody>
      </p:sp>
      <p:sp>
        <p:nvSpPr>
          <p:cNvPr id="8" name="Rectangle 3"/>
          <p:cNvSpPr/>
          <p:nvPr userDrawn="1"/>
        </p:nvSpPr>
        <p:spPr>
          <a:xfrm>
            <a:off x="0" y="0"/>
            <a:ext cx="9015413" cy="777875"/>
          </a:xfrm>
          <a:prstGeom prst="rect">
            <a:avLst/>
          </a:prstGeom>
          <a:solidFill>
            <a:srgbClr val="005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latinLnBrk="0">
              <a:defRPr/>
            </a:pPr>
            <a:endParaRPr lang="ko-KR" altLang="en-US"/>
          </a:p>
        </p:txBody>
      </p:sp>
      <p:pic>
        <p:nvPicPr>
          <p:cNvPr id="4100" name="그래픽 10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63988" y="-7938"/>
            <a:ext cx="5051425" cy="785813"/>
          </a:xfrm>
          <a:prstGeom prst="rect">
            <a:avLst/>
          </a:prstGeom>
          <a:noFill/>
        </p:spPr>
      </p:pic>
      <p:sp>
        <p:nvSpPr>
          <p:cNvPr id="4101" name="Rectangle 5"/>
          <p:cNvSpPr>
            <a:spLocks noGrp="1"/>
          </p:cNvSpPr>
          <p:nvPr>
            <p:ph type="title"/>
          </p:nvPr>
        </p:nvSpPr>
        <p:spPr bwMode="auto">
          <a:xfrm>
            <a:off x="619125" y="365125"/>
            <a:ext cx="7777163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4102" name="Rectangle 6"/>
          <p:cNvSpPr>
            <a:spLocks noGrp="1"/>
          </p:cNvSpPr>
          <p:nvPr>
            <p:ph type="body" idx="1"/>
          </p:nvPr>
        </p:nvSpPr>
        <p:spPr bwMode="auto">
          <a:xfrm>
            <a:off x="619125" y="1825625"/>
            <a:ext cx="7777163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Rectangle 7"/>
          <p:cNvSpPr>
            <a:spLocks noGrp="1"/>
          </p:cNvSpPr>
          <p:nvPr>
            <p:ph type="sldNum" sz="quarter" idx="4"/>
          </p:nvPr>
        </p:nvSpPr>
        <p:spPr>
          <a:xfrm>
            <a:off x="6367463" y="6356350"/>
            <a:ext cx="2028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457200" latinLnBrk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sldNum="0" hdr="0" ftr="0" dt="0"/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그래픽 11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092325" y="6251575"/>
            <a:ext cx="6923088" cy="614363"/>
          </a:xfrm>
          <a:prstGeom prst="rect">
            <a:avLst/>
          </a:prstGeom>
          <a:noFill/>
        </p:spPr>
      </p:pic>
      <p:pic>
        <p:nvPicPr>
          <p:cNvPr id="5123" name="그래픽 13"/>
          <p:cNvPicPr>
            <a:picLocks noChangeAspect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6246813"/>
            <a:ext cx="2921000" cy="619125"/>
          </a:xfrm>
          <a:prstGeom prst="rect">
            <a:avLst/>
          </a:prstGeom>
          <a:noFill/>
        </p:spPr>
      </p:pic>
      <p:pic>
        <p:nvPicPr>
          <p:cNvPr id="5124" name="그래픽 15"/>
          <p:cNvPicPr>
            <a:picLocks noChangeAspect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631825" y="6416675"/>
            <a:ext cx="1038225" cy="347663"/>
          </a:xfrm>
          <a:prstGeom prst="rect">
            <a:avLst/>
          </a:prstGeom>
          <a:noFill/>
        </p:spPr>
      </p:pic>
      <p:pic>
        <p:nvPicPr>
          <p:cNvPr id="5125" name="그림 9"/>
          <p:cNvPicPr>
            <a:picLocks noChangeAspect="1"/>
          </p:cNvPicPr>
          <p:nvPr userDrawn="1"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0" y="0"/>
            <a:ext cx="9015413" cy="6858000"/>
          </a:xfrm>
          <a:prstGeom prst="rect">
            <a:avLst/>
          </a:prstGeom>
          <a:noFill/>
        </p:spPr>
      </p:pic>
      <p:sp>
        <p:nvSpPr>
          <p:cNvPr id="5126" name="Rectangle 6"/>
          <p:cNvSpPr>
            <a:spLocks noGrp="1"/>
          </p:cNvSpPr>
          <p:nvPr>
            <p:ph type="title"/>
          </p:nvPr>
        </p:nvSpPr>
        <p:spPr bwMode="auto">
          <a:xfrm>
            <a:off x="619125" y="365125"/>
            <a:ext cx="7777163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5127" name="Rectangle 7"/>
          <p:cNvSpPr>
            <a:spLocks noGrp="1"/>
          </p:cNvSpPr>
          <p:nvPr>
            <p:ph type="body" idx="1"/>
          </p:nvPr>
        </p:nvSpPr>
        <p:spPr bwMode="auto">
          <a:xfrm>
            <a:off x="619125" y="1825625"/>
            <a:ext cx="7777163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1" name="Rectangle 8"/>
          <p:cNvSpPr>
            <a:spLocks noGrp="1"/>
          </p:cNvSpPr>
          <p:nvPr userDrawn="1">
            <p:ph type="sldNum" sz="quarter" idx="4"/>
          </p:nvPr>
        </p:nvSpPr>
        <p:spPr>
          <a:xfrm>
            <a:off x="6367463" y="6356350"/>
            <a:ext cx="2028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457200" latinLnBrk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ko-KR" altLang="en-US"/>
              <a:t>‹#›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5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015413" cy="6858000"/>
          </a:xfrm>
          <a:prstGeom prst="rect">
            <a:avLst/>
          </a:prstGeom>
          <a:noFill/>
        </p:spPr>
      </p:pic>
      <p:sp>
        <p:nvSpPr>
          <p:cNvPr id="8" name="Text Box 3"/>
          <p:cNvSpPr txBox="1"/>
          <p:nvPr userDrawn="1"/>
        </p:nvSpPr>
        <p:spPr>
          <a:xfrm>
            <a:off x="433388" y="989013"/>
            <a:ext cx="27432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457200" latinLnBrk="0">
              <a:defRPr/>
            </a:pPr>
            <a:r>
              <a:rPr lang="en-US" altLang="ko-KR" sz="2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ETRI </a:t>
            </a:r>
            <a:r>
              <a:rPr lang="ko-KR" altLang="en-US" sz="2400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템플릿 </a:t>
            </a:r>
            <a:r>
              <a:rPr lang="ko-KR" altLang="en-US" sz="2400" spc="-1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중제목</a:t>
            </a:r>
            <a:endParaRPr lang="ko-KR" altLang="en-US" sz="2400" spc="-15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 Box 4"/>
          <p:cNvSpPr txBox="1"/>
          <p:nvPr userDrawn="1"/>
        </p:nvSpPr>
        <p:spPr>
          <a:xfrm>
            <a:off x="433388" y="1430338"/>
            <a:ext cx="27432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457200" latinLnBrk="0"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ETRI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템플릿 소제목</a:t>
            </a:r>
          </a:p>
        </p:txBody>
      </p:sp>
      <p:sp>
        <p:nvSpPr>
          <p:cNvPr id="6149" name="Rectangle 5"/>
          <p:cNvSpPr>
            <a:spLocks noGrp="1"/>
          </p:cNvSpPr>
          <p:nvPr>
            <p:ph type="title"/>
          </p:nvPr>
        </p:nvSpPr>
        <p:spPr bwMode="auto">
          <a:xfrm>
            <a:off x="619125" y="365125"/>
            <a:ext cx="7777163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6150" name="Rectangle 6"/>
          <p:cNvSpPr>
            <a:spLocks noGrp="1"/>
          </p:cNvSpPr>
          <p:nvPr>
            <p:ph type="body" idx="1"/>
          </p:nvPr>
        </p:nvSpPr>
        <p:spPr bwMode="auto">
          <a:xfrm>
            <a:off x="619125" y="1825625"/>
            <a:ext cx="7777163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Rectangle 7"/>
          <p:cNvSpPr>
            <a:spLocks noGrp="1"/>
          </p:cNvSpPr>
          <p:nvPr>
            <p:ph type="sldNum" sz="quarter" idx="4"/>
          </p:nvPr>
        </p:nvSpPr>
        <p:spPr>
          <a:xfrm>
            <a:off x="530225" y="5989638"/>
            <a:ext cx="20272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457200" latinLnBrk="0">
              <a:defRPr sz="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hf sldNum="0" hdr="0" ftr="0" dt="0"/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5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015413" cy="6858000"/>
          </a:xfrm>
          <a:prstGeom prst="rect">
            <a:avLst/>
          </a:prstGeom>
          <a:noFill/>
        </p:spPr>
      </p:pic>
      <p:sp>
        <p:nvSpPr>
          <p:cNvPr id="7171" name="Rectangle 3"/>
          <p:cNvSpPr>
            <a:spLocks noGrp="1"/>
          </p:cNvSpPr>
          <p:nvPr>
            <p:ph type="title"/>
          </p:nvPr>
        </p:nvSpPr>
        <p:spPr bwMode="auto">
          <a:xfrm>
            <a:off x="619125" y="365125"/>
            <a:ext cx="7777163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172" name="Rectangle 4"/>
          <p:cNvSpPr>
            <a:spLocks noGrp="1"/>
          </p:cNvSpPr>
          <p:nvPr>
            <p:ph type="body" idx="1"/>
          </p:nvPr>
        </p:nvSpPr>
        <p:spPr bwMode="auto">
          <a:xfrm>
            <a:off x="619125" y="1825625"/>
            <a:ext cx="7777163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Rectangle 5"/>
          <p:cNvSpPr>
            <a:spLocks noGrp="1"/>
          </p:cNvSpPr>
          <p:nvPr>
            <p:ph type="sldNum" sz="quarter" idx="4"/>
          </p:nvPr>
        </p:nvSpPr>
        <p:spPr>
          <a:xfrm>
            <a:off x="452438" y="6165850"/>
            <a:ext cx="2028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457200" latinLnBrk="0">
              <a:defRPr sz="800" b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‹#›</a:t>
            </a:r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sldNum="0" hdr="0" ftr="0" dt="0"/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wmf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13.png"/><Relationship Id="rId4" Type="http://schemas.openxmlformats.org/officeDocument/2006/relationships/hyperlink" Target="http://localhost:2310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/>
          <p:nvPr/>
        </p:nvSpPr>
        <p:spPr>
          <a:xfrm>
            <a:off x="3136900" y="4378535"/>
            <a:ext cx="2743200" cy="14773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457200" latinLnBrk="0">
              <a:defRPr/>
            </a:pPr>
            <a:r>
              <a:rPr lang="en-US" altLang="ko-KR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2023. 10. 25.</a:t>
            </a:r>
          </a:p>
          <a:p>
            <a:pPr algn="ctr" defTabSz="457200" latinLnBrk="0">
              <a:defRPr/>
            </a:pPr>
            <a:endParaRPr lang="en-US" altLang="ko-KR" b="1" spc="-150" dirty="0">
              <a:solidFill>
                <a:srgbClr val="000B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457200" latinLnBrk="0">
              <a:defRPr/>
            </a:pPr>
            <a:r>
              <a:rPr lang="ko-KR" altLang="en-US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송  순  용</a:t>
            </a:r>
            <a:endParaRPr lang="en-US" altLang="ko-KR" b="1" spc="-150" dirty="0">
              <a:solidFill>
                <a:srgbClr val="000B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457200" latinLnBrk="0">
              <a:defRPr/>
            </a:pPr>
            <a:endParaRPr lang="en-US" altLang="ko-KR" b="1" spc="-150" dirty="0">
              <a:solidFill>
                <a:srgbClr val="000B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457200" latinLnBrk="0">
              <a:defRPr/>
            </a:pPr>
            <a:r>
              <a:rPr lang="en-US" altLang="ko-KR" b="1" spc="-150" dirty="0" err="1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soony@etri.re.kr</a:t>
            </a:r>
            <a:endParaRPr lang="ko-KR" altLang="en-US" b="1" spc="-150" dirty="0">
              <a:solidFill>
                <a:srgbClr val="000B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241" name="그림 27" descr="A안 일러스트 요소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23038" y="788988"/>
            <a:ext cx="1911350" cy="234950"/>
          </a:xfrm>
          <a:prstGeom prst="rect">
            <a:avLst/>
          </a:prstGeom>
          <a:noFill/>
        </p:spPr>
      </p:pic>
      <p:sp>
        <p:nvSpPr>
          <p:cNvPr id="41" name="Text Box 3">
            <a:extLst>
              <a:ext uri="{FF2B5EF4-FFF2-40B4-BE49-F238E27FC236}">
                <a16:creationId xmlns:a16="http://schemas.microsoft.com/office/drawing/2014/main" id="{78066A06-EC11-B74B-BB14-8F81EA0145A5}"/>
              </a:ext>
            </a:extLst>
          </p:cNvPr>
          <p:cNvSpPr txBox="1"/>
          <p:nvPr/>
        </p:nvSpPr>
        <p:spPr>
          <a:xfrm>
            <a:off x="838383" y="2096905"/>
            <a:ext cx="73386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latinLnBrk="0">
              <a:defRPr/>
            </a:pPr>
            <a:r>
              <a:rPr lang="en-US" altLang="ko-KR" sz="3600" b="1" spc="-150" dirty="0" err="1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fDT</a:t>
            </a:r>
            <a:r>
              <a:rPr lang="en-US" altLang="ko-KR" sz="36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POC 2023 – </a:t>
            </a:r>
            <a:r>
              <a:rPr lang="ko-KR" altLang="en-US" sz="36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주차공간검출</a:t>
            </a:r>
            <a:endParaRPr lang="en-US" altLang="ko-KR" sz="3600" b="1" spc="-150" dirty="0">
              <a:solidFill>
                <a:srgbClr val="000B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457200" latinLnBrk="0">
              <a:defRPr/>
            </a:pPr>
            <a:r>
              <a:rPr lang="en-US" altLang="ko-KR" sz="3600" b="1" spc="-150" dirty="0" err="1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RestAPI</a:t>
            </a:r>
            <a:r>
              <a:rPr lang="en-US" altLang="ko-KR" sz="36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600" b="1" spc="-150" dirty="0" err="1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도커이미지</a:t>
            </a:r>
            <a:r>
              <a:rPr lang="ko-KR" altLang="en-US" sz="36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사용 매뉴얼</a:t>
            </a:r>
            <a:endParaRPr lang="en-US" altLang="ko-KR" sz="3600" b="1" spc="-150" dirty="0">
              <a:solidFill>
                <a:srgbClr val="000B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EE16A92F-825D-4E45-907B-35461FDC52F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90"/>
          <a:stretch/>
        </p:blipFill>
        <p:spPr>
          <a:xfrm>
            <a:off x="566058" y="6570027"/>
            <a:ext cx="1071154" cy="21567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1402944-0672-D049-B569-639336A71E2B}"/>
              </a:ext>
            </a:extLst>
          </p:cNvPr>
          <p:cNvSpPr/>
          <p:nvPr/>
        </p:nvSpPr>
        <p:spPr>
          <a:xfrm>
            <a:off x="1816670" y="6502110"/>
            <a:ext cx="3940855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81063">
              <a:lnSpc>
                <a:spcPct val="80000"/>
              </a:lnSpc>
              <a:defRPr/>
            </a:pPr>
            <a:r>
              <a:rPr lang="en-US" altLang="ko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Autonomous IoT Research Section</a:t>
            </a:r>
          </a:p>
          <a:p>
            <a:pPr defTabSz="881063">
              <a:lnSpc>
                <a:spcPct val="80000"/>
              </a:lnSpc>
              <a:defRPr/>
            </a:pPr>
            <a:r>
              <a:rPr lang="en-US" altLang="ko-Kore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Industry &amp; Energy Convergence Research Division</a:t>
            </a:r>
            <a:endParaRPr lang="en-US" altLang="ko-KR" sz="1050" b="1" dirty="0">
              <a:solidFill>
                <a:srgbClr val="000B4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7CB21A70-2CD3-9041-86E2-16EFC7D5AF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90"/>
          <a:stretch/>
        </p:blipFill>
        <p:spPr>
          <a:xfrm>
            <a:off x="566058" y="6570027"/>
            <a:ext cx="1071154" cy="215670"/>
          </a:xfrm>
          <a:prstGeom prst="rect">
            <a:avLst/>
          </a:prstGeom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F0A45F88-06E3-8440-B8AC-3596D1354A7C}"/>
              </a:ext>
            </a:extLst>
          </p:cNvPr>
          <p:cNvSpPr txBox="1"/>
          <p:nvPr/>
        </p:nvSpPr>
        <p:spPr>
          <a:xfrm>
            <a:off x="474662" y="964790"/>
            <a:ext cx="7261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>
              <a:defRPr/>
            </a:pP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 Image 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31F75F-2901-AD43-A2E5-7ACF868F9E94}"/>
              </a:ext>
            </a:extLst>
          </p:cNvPr>
          <p:cNvSpPr/>
          <p:nvPr/>
        </p:nvSpPr>
        <p:spPr>
          <a:xfrm>
            <a:off x="1816670" y="6502110"/>
            <a:ext cx="3940855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81063">
              <a:lnSpc>
                <a:spcPct val="80000"/>
              </a:lnSpc>
              <a:defRPr/>
            </a:pPr>
            <a:r>
              <a:rPr lang="en-US" altLang="ko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Autonomous IoT Research Section</a:t>
            </a:r>
          </a:p>
          <a:p>
            <a:pPr defTabSz="881063">
              <a:lnSpc>
                <a:spcPct val="80000"/>
              </a:lnSpc>
              <a:defRPr/>
            </a:pPr>
            <a:r>
              <a:rPr lang="en-US" altLang="ko-Kore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Industry &amp; Energy Convergence Research Division</a:t>
            </a:r>
            <a:endParaRPr lang="en-US" altLang="ko-KR" sz="1050" b="1" dirty="0">
              <a:solidFill>
                <a:srgbClr val="000B4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25010-FB02-DC9F-8ADC-7445B697F406}"/>
              </a:ext>
            </a:extLst>
          </p:cNvPr>
          <p:cNvSpPr txBox="1"/>
          <p:nvPr/>
        </p:nvSpPr>
        <p:spPr>
          <a:xfrm>
            <a:off x="619125" y="1482726"/>
            <a:ext cx="7597775" cy="790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ko-KR" altLang="en-US" sz="1600" dirty="0"/>
              <a:t>이미지 </a:t>
            </a:r>
            <a:r>
              <a:rPr lang="ko-KR" altLang="en-US" sz="1600" dirty="0" err="1"/>
              <a:t>식별자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soony1234/x64-ml:fdt_ml-2023-001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ko-KR" altLang="en-US" sz="1600" dirty="0"/>
              <a:t>이미지 용량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37.8 GB</a:t>
            </a:r>
            <a:endParaRPr lang="ko-Kore-KR" altLang="en-US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9919E5-B505-0C4A-BE47-B6B5B196A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64" y="2627636"/>
            <a:ext cx="8667483" cy="52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590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7CB21A70-2CD3-9041-86E2-16EFC7D5AF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90"/>
          <a:stretch/>
        </p:blipFill>
        <p:spPr>
          <a:xfrm>
            <a:off x="566058" y="6570027"/>
            <a:ext cx="1071154" cy="215670"/>
          </a:xfrm>
          <a:prstGeom prst="rect">
            <a:avLst/>
          </a:prstGeom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F0A45F88-06E3-8440-B8AC-3596D1354A7C}"/>
              </a:ext>
            </a:extLst>
          </p:cNvPr>
          <p:cNvSpPr txBox="1"/>
          <p:nvPr/>
        </p:nvSpPr>
        <p:spPr>
          <a:xfrm>
            <a:off x="474662" y="964790"/>
            <a:ext cx="7261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>
              <a:defRPr/>
            </a:pP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Docker container 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31F75F-2901-AD43-A2E5-7ACF868F9E94}"/>
              </a:ext>
            </a:extLst>
          </p:cNvPr>
          <p:cNvSpPr/>
          <p:nvPr/>
        </p:nvSpPr>
        <p:spPr>
          <a:xfrm>
            <a:off x="1816670" y="6502110"/>
            <a:ext cx="3940855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81063">
              <a:lnSpc>
                <a:spcPct val="80000"/>
              </a:lnSpc>
              <a:defRPr/>
            </a:pPr>
            <a:r>
              <a:rPr lang="en-US" altLang="ko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Autonomous IoT Research Section</a:t>
            </a:r>
          </a:p>
          <a:p>
            <a:pPr defTabSz="881063">
              <a:lnSpc>
                <a:spcPct val="80000"/>
              </a:lnSpc>
              <a:defRPr/>
            </a:pPr>
            <a:r>
              <a:rPr lang="en-US" altLang="ko-Kore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Industry &amp; Energy Convergence Research Division</a:t>
            </a:r>
            <a:endParaRPr lang="en-US" altLang="ko-KR" sz="1050" b="1" dirty="0">
              <a:solidFill>
                <a:srgbClr val="000B4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25010-FB02-DC9F-8ADC-7445B697F406}"/>
              </a:ext>
            </a:extLst>
          </p:cNvPr>
          <p:cNvSpPr txBox="1"/>
          <p:nvPr/>
        </p:nvSpPr>
        <p:spPr>
          <a:xfrm>
            <a:off x="619125" y="1482726"/>
            <a:ext cx="7597775" cy="423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1600" dirty="0"/>
              <a:t>docker run -d --rm --</a:t>
            </a:r>
            <a:r>
              <a:rPr lang="en-US" altLang="en-US" sz="1600" dirty="0" err="1"/>
              <a:t>gpus</a:t>
            </a:r>
            <a:r>
              <a:rPr lang="en-US" altLang="en-US" sz="1600" dirty="0"/>
              <a:t>=all --</a:t>
            </a:r>
            <a:r>
              <a:rPr lang="en-US" altLang="en-US" sz="1600" dirty="0" err="1"/>
              <a:t>ipc</a:t>
            </a:r>
            <a:r>
              <a:rPr lang="en-US" altLang="en-US" sz="1600" dirty="0"/>
              <a:t>=host --net=host soony1234/x64-ml:fdt_ml-2023-001</a:t>
            </a:r>
            <a:endParaRPr lang="ko-Kore-KR" altLang="en-US" sz="16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53807D5-E7ED-594F-AF4E-4723ACCDB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88" y="4104732"/>
            <a:ext cx="8396289" cy="5583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C825E4-878A-1D4D-8E8E-65245AD53D60}"/>
              </a:ext>
            </a:extLst>
          </p:cNvPr>
          <p:cNvSpPr txBox="1"/>
          <p:nvPr/>
        </p:nvSpPr>
        <p:spPr>
          <a:xfrm>
            <a:off x="232005" y="2715419"/>
            <a:ext cx="1739260" cy="4235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/>
              <a:t>백그라운드 실행</a:t>
            </a:r>
            <a:endParaRPr lang="ko-Kore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C208A7-3573-7A43-8170-AAF24DFDAF29}"/>
              </a:ext>
            </a:extLst>
          </p:cNvPr>
          <p:cNvSpPr txBox="1"/>
          <p:nvPr/>
        </p:nvSpPr>
        <p:spPr>
          <a:xfrm>
            <a:off x="1418272" y="3416602"/>
            <a:ext cx="1739260" cy="4235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/>
              <a:t>일회성 컨테이너</a:t>
            </a:r>
            <a:endParaRPr lang="ko-Kore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FFEF9E-8CE9-6348-AF31-3FE753A2EE80}"/>
              </a:ext>
            </a:extLst>
          </p:cNvPr>
          <p:cNvSpPr txBox="1"/>
          <p:nvPr/>
        </p:nvSpPr>
        <p:spPr>
          <a:xfrm>
            <a:off x="3067770" y="2735836"/>
            <a:ext cx="1311438" cy="4235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/>
              <a:t>사용할 </a:t>
            </a:r>
            <a:r>
              <a:rPr lang="en-US" altLang="ko-KR" sz="1600" dirty="0"/>
              <a:t>GPU</a:t>
            </a:r>
            <a:endParaRPr lang="ko-Kore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945B02-3573-8640-81C8-09B5BCFC53AE}"/>
              </a:ext>
            </a:extLst>
          </p:cNvPr>
          <p:cNvSpPr txBox="1"/>
          <p:nvPr/>
        </p:nvSpPr>
        <p:spPr>
          <a:xfrm>
            <a:off x="4508500" y="2735836"/>
            <a:ext cx="1311438" cy="4235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 err="1"/>
              <a:t>공유메모리</a:t>
            </a:r>
            <a:endParaRPr lang="ko-Kore-KR" alt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B89260-C5DF-424C-9012-734ABC4CC856}"/>
              </a:ext>
            </a:extLst>
          </p:cNvPr>
          <p:cNvSpPr txBox="1"/>
          <p:nvPr/>
        </p:nvSpPr>
        <p:spPr>
          <a:xfrm>
            <a:off x="5949230" y="2728472"/>
            <a:ext cx="1106689" cy="4235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/>
              <a:t>네트워크</a:t>
            </a:r>
            <a:endParaRPr lang="ko-Kore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E397AF-54D0-5349-92C3-607A4D5989E3}"/>
              </a:ext>
            </a:extLst>
          </p:cNvPr>
          <p:cNvSpPr txBox="1"/>
          <p:nvPr/>
        </p:nvSpPr>
        <p:spPr>
          <a:xfrm>
            <a:off x="7183094" y="2715419"/>
            <a:ext cx="1106689" cy="4235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 err="1"/>
              <a:t>이미지명</a:t>
            </a:r>
            <a:endParaRPr lang="ko-Kore-KR" altLang="en-US" sz="16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845F213-8DA0-AB48-9D61-05B79E5467DD}"/>
              </a:ext>
            </a:extLst>
          </p:cNvPr>
          <p:cNvCxnSpPr>
            <a:stCxn id="8" idx="0"/>
          </p:cNvCxnSpPr>
          <p:nvPr/>
        </p:nvCxnSpPr>
        <p:spPr>
          <a:xfrm flipV="1">
            <a:off x="1101635" y="1906240"/>
            <a:ext cx="535577" cy="809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EB44C27-0E34-9C45-A774-B31D6D57F990}"/>
              </a:ext>
            </a:extLst>
          </p:cNvPr>
          <p:cNvCxnSpPr>
            <a:cxnSpLocks/>
          </p:cNvCxnSpPr>
          <p:nvPr/>
        </p:nvCxnSpPr>
        <p:spPr>
          <a:xfrm flipH="1" flipV="1">
            <a:off x="2098440" y="1906240"/>
            <a:ext cx="153289" cy="1522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E7F85C9-E577-3440-9FF0-F8E5B08B1208}"/>
              </a:ext>
            </a:extLst>
          </p:cNvPr>
          <p:cNvCxnSpPr>
            <a:cxnSpLocks/>
          </p:cNvCxnSpPr>
          <p:nvPr/>
        </p:nvCxnSpPr>
        <p:spPr>
          <a:xfrm flipH="1" flipV="1">
            <a:off x="2840895" y="1928680"/>
            <a:ext cx="882595" cy="809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F67E0A1-BE0B-8F4F-8999-259835E289B7}"/>
              </a:ext>
            </a:extLst>
          </p:cNvPr>
          <p:cNvCxnSpPr>
            <a:cxnSpLocks/>
          </p:cNvCxnSpPr>
          <p:nvPr/>
        </p:nvCxnSpPr>
        <p:spPr>
          <a:xfrm flipH="1" flipV="1">
            <a:off x="3540233" y="1906240"/>
            <a:ext cx="1623987" cy="822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E95059C-5964-9542-B56A-D6A12DF85238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4418013" y="1906240"/>
            <a:ext cx="2151506" cy="812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AAC5E84-8CB0-9E49-9185-D8F90E79FE4C}"/>
              </a:ext>
            </a:extLst>
          </p:cNvPr>
          <p:cNvCxnSpPr>
            <a:cxnSpLocks/>
          </p:cNvCxnSpPr>
          <p:nvPr/>
        </p:nvCxnSpPr>
        <p:spPr>
          <a:xfrm flipH="1" flipV="1">
            <a:off x="6064313" y="1912767"/>
            <a:ext cx="1758177" cy="805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54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7CB21A70-2CD3-9041-86E2-16EFC7D5AF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90"/>
          <a:stretch/>
        </p:blipFill>
        <p:spPr>
          <a:xfrm>
            <a:off x="566058" y="6570027"/>
            <a:ext cx="1071154" cy="215670"/>
          </a:xfrm>
          <a:prstGeom prst="rect">
            <a:avLst/>
          </a:prstGeom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F0A45F88-06E3-8440-B8AC-3596D1354A7C}"/>
              </a:ext>
            </a:extLst>
          </p:cNvPr>
          <p:cNvSpPr txBox="1"/>
          <p:nvPr/>
        </p:nvSpPr>
        <p:spPr>
          <a:xfrm>
            <a:off x="474662" y="964790"/>
            <a:ext cx="7261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>
              <a:defRPr/>
            </a:pPr>
            <a:r>
              <a:rPr lang="en-US" altLang="ko-KR" sz="2400" b="1" spc="-150" dirty="0" err="1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Jupyter</a:t>
            </a: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Lab: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접속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31F75F-2901-AD43-A2E5-7ACF868F9E94}"/>
              </a:ext>
            </a:extLst>
          </p:cNvPr>
          <p:cNvSpPr/>
          <p:nvPr/>
        </p:nvSpPr>
        <p:spPr>
          <a:xfrm>
            <a:off x="1816670" y="6502110"/>
            <a:ext cx="3940855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81063">
              <a:lnSpc>
                <a:spcPct val="80000"/>
              </a:lnSpc>
              <a:defRPr/>
            </a:pPr>
            <a:r>
              <a:rPr lang="en-US" altLang="ko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Autonomous IoT Research Section</a:t>
            </a:r>
          </a:p>
          <a:p>
            <a:pPr defTabSz="881063">
              <a:lnSpc>
                <a:spcPct val="80000"/>
              </a:lnSpc>
              <a:defRPr/>
            </a:pPr>
            <a:r>
              <a:rPr lang="en-US" altLang="ko-Kore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Industry &amp; Energy Convergence Research Division</a:t>
            </a:r>
            <a:endParaRPr lang="en-US" altLang="ko-KR" sz="1050" b="1" dirty="0">
              <a:solidFill>
                <a:srgbClr val="000B4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25010-FB02-DC9F-8ADC-7445B697F406}"/>
              </a:ext>
            </a:extLst>
          </p:cNvPr>
          <p:cNvSpPr txBox="1"/>
          <p:nvPr/>
        </p:nvSpPr>
        <p:spPr>
          <a:xfrm>
            <a:off x="619125" y="1482726"/>
            <a:ext cx="7597775" cy="792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ko-KR" altLang="en-US" sz="1600" dirty="0"/>
              <a:t>주소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>
                <a:hlinkClick r:id="rId4"/>
              </a:rPr>
              <a:t>http://localhost:23100/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ko-KR" sz="1600" dirty="0"/>
              <a:t>Password: lab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C754F3D-8788-AC4B-AAA6-4F9657BECB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896" y="2238031"/>
            <a:ext cx="7093619" cy="443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87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7CB21A70-2CD3-9041-86E2-16EFC7D5AF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90"/>
          <a:stretch/>
        </p:blipFill>
        <p:spPr>
          <a:xfrm>
            <a:off x="566058" y="6570027"/>
            <a:ext cx="1071154" cy="215670"/>
          </a:xfrm>
          <a:prstGeom prst="rect">
            <a:avLst/>
          </a:prstGeom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F0A45F88-06E3-8440-B8AC-3596D1354A7C}"/>
              </a:ext>
            </a:extLst>
          </p:cNvPr>
          <p:cNvSpPr txBox="1"/>
          <p:nvPr/>
        </p:nvSpPr>
        <p:spPr>
          <a:xfrm>
            <a:off x="474662" y="964790"/>
            <a:ext cx="7261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>
              <a:defRPr/>
            </a:pPr>
            <a:r>
              <a:rPr lang="en-US" altLang="ko-KR" sz="2400" b="1" spc="-150" dirty="0" err="1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Jupyter</a:t>
            </a: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Lab: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코드 위치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31F75F-2901-AD43-A2E5-7ACF868F9E94}"/>
              </a:ext>
            </a:extLst>
          </p:cNvPr>
          <p:cNvSpPr/>
          <p:nvPr/>
        </p:nvSpPr>
        <p:spPr>
          <a:xfrm>
            <a:off x="1816670" y="6502110"/>
            <a:ext cx="3940855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81063">
              <a:lnSpc>
                <a:spcPct val="80000"/>
              </a:lnSpc>
              <a:defRPr/>
            </a:pPr>
            <a:r>
              <a:rPr lang="en-US" altLang="ko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Autonomous IoT Research Section</a:t>
            </a:r>
          </a:p>
          <a:p>
            <a:pPr defTabSz="881063">
              <a:lnSpc>
                <a:spcPct val="80000"/>
              </a:lnSpc>
              <a:defRPr/>
            </a:pPr>
            <a:r>
              <a:rPr lang="en-US" altLang="ko-Kore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Industry &amp; Energy Convergence Research Division</a:t>
            </a:r>
            <a:endParaRPr lang="en-US" altLang="ko-KR" sz="1050" b="1" dirty="0">
              <a:solidFill>
                <a:srgbClr val="000B4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90665B-3183-E141-9D35-C04A8ADEB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92" y="1633822"/>
            <a:ext cx="7132828" cy="44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40BC28-37FE-544E-847C-843C31585646}"/>
              </a:ext>
            </a:extLst>
          </p:cNvPr>
          <p:cNvSpPr txBox="1"/>
          <p:nvPr/>
        </p:nvSpPr>
        <p:spPr>
          <a:xfrm>
            <a:off x="1387289" y="4123548"/>
            <a:ext cx="1173031" cy="149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ko-Kore-KR" altLang="en-US" sz="16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688478B-AC87-C142-822F-94E11B4C1660}"/>
              </a:ext>
            </a:extLst>
          </p:cNvPr>
          <p:cNvSpPr/>
          <p:nvPr/>
        </p:nvSpPr>
        <p:spPr>
          <a:xfrm>
            <a:off x="2640557" y="4019421"/>
            <a:ext cx="365760" cy="3574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1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420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7CB21A70-2CD3-9041-86E2-16EFC7D5AF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90"/>
          <a:stretch/>
        </p:blipFill>
        <p:spPr>
          <a:xfrm>
            <a:off x="566058" y="6570027"/>
            <a:ext cx="1071154" cy="215670"/>
          </a:xfrm>
          <a:prstGeom prst="rect">
            <a:avLst/>
          </a:prstGeom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F0A45F88-06E3-8440-B8AC-3596D1354A7C}"/>
              </a:ext>
            </a:extLst>
          </p:cNvPr>
          <p:cNvSpPr txBox="1"/>
          <p:nvPr/>
        </p:nvSpPr>
        <p:spPr>
          <a:xfrm>
            <a:off x="474662" y="964790"/>
            <a:ext cx="7261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>
              <a:defRPr/>
            </a:pPr>
            <a:r>
              <a:rPr lang="en-US" altLang="ko-KR" sz="2400" b="1" spc="-150" dirty="0" err="1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Jupyter</a:t>
            </a: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Lab: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코드 위치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31F75F-2901-AD43-A2E5-7ACF868F9E94}"/>
              </a:ext>
            </a:extLst>
          </p:cNvPr>
          <p:cNvSpPr/>
          <p:nvPr/>
        </p:nvSpPr>
        <p:spPr>
          <a:xfrm>
            <a:off x="1816670" y="6502110"/>
            <a:ext cx="3940855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81063">
              <a:lnSpc>
                <a:spcPct val="80000"/>
              </a:lnSpc>
              <a:defRPr/>
            </a:pPr>
            <a:r>
              <a:rPr lang="en-US" altLang="ko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Autonomous IoT Research Section</a:t>
            </a:r>
          </a:p>
          <a:p>
            <a:pPr defTabSz="881063">
              <a:lnSpc>
                <a:spcPct val="80000"/>
              </a:lnSpc>
              <a:defRPr/>
            </a:pPr>
            <a:r>
              <a:rPr lang="en-US" altLang="ko-Kore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Industry &amp; Energy Convergence Research Division</a:t>
            </a:r>
            <a:endParaRPr lang="en-US" altLang="ko-KR" sz="1050" b="1" dirty="0">
              <a:solidFill>
                <a:srgbClr val="000B4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E82FC8E-9BB2-D54D-9C1A-978A2CA37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92" y="1633822"/>
            <a:ext cx="7132828" cy="4464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7FA6F3-DC84-F448-A281-6F7821693DB1}"/>
              </a:ext>
            </a:extLst>
          </p:cNvPr>
          <p:cNvSpPr txBox="1"/>
          <p:nvPr/>
        </p:nvSpPr>
        <p:spPr>
          <a:xfrm>
            <a:off x="1387289" y="2846978"/>
            <a:ext cx="1173031" cy="149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ko-Kore-KR" altLang="en-US" sz="160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FDA88A6-A86C-6242-A4FB-E1AFA7432CA3}"/>
              </a:ext>
            </a:extLst>
          </p:cNvPr>
          <p:cNvSpPr/>
          <p:nvPr/>
        </p:nvSpPr>
        <p:spPr>
          <a:xfrm>
            <a:off x="2640557" y="2742851"/>
            <a:ext cx="365760" cy="3574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2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684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7CB21A70-2CD3-9041-86E2-16EFC7D5AF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90"/>
          <a:stretch/>
        </p:blipFill>
        <p:spPr>
          <a:xfrm>
            <a:off x="566058" y="6570027"/>
            <a:ext cx="1071154" cy="215670"/>
          </a:xfrm>
          <a:prstGeom prst="rect">
            <a:avLst/>
          </a:prstGeom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F0A45F88-06E3-8440-B8AC-3596D1354A7C}"/>
              </a:ext>
            </a:extLst>
          </p:cNvPr>
          <p:cNvSpPr txBox="1"/>
          <p:nvPr/>
        </p:nvSpPr>
        <p:spPr>
          <a:xfrm>
            <a:off x="474662" y="964790"/>
            <a:ext cx="7261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>
              <a:defRPr/>
            </a:pPr>
            <a:r>
              <a:rPr lang="en-US" altLang="ko-KR" sz="2400" b="1" spc="-150" dirty="0" err="1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Jupyter</a:t>
            </a: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Lab: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코드 위치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31F75F-2901-AD43-A2E5-7ACF868F9E94}"/>
              </a:ext>
            </a:extLst>
          </p:cNvPr>
          <p:cNvSpPr/>
          <p:nvPr/>
        </p:nvSpPr>
        <p:spPr>
          <a:xfrm>
            <a:off x="1816670" y="6502110"/>
            <a:ext cx="3940855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81063">
              <a:lnSpc>
                <a:spcPct val="80000"/>
              </a:lnSpc>
              <a:defRPr/>
            </a:pPr>
            <a:r>
              <a:rPr lang="en-US" altLang="ko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Autonomous IoT Research Section</a:t>
            </a:r>
          </a:p>
          <a:p>
            <a:pPr defTabSz="881063">
              <a:lnSpc>
                <a:spcPct val="80000"/>
              </a:lnSpc>
              <a:defRPr/>
            </a:pPr>
            <a:r>
              <a:rPr lang="en-US" altLang="ko-Kore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Industry &amp; Energy Convergence Research Division</a:t>
            </a:r>
            <a:endParaRPr lang="en-US" altLang="ko-KR" sz="1050" b="1" dirty="0">
              <a:solidFill>
                <a:srgbClr val="000B4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9F28A96-E097-3043-BDDF-67C2A5196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92" y="1633822"/>
            <a:ext cx="7132828" cy="4464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7FA6F3-DC84-F448-A281-6F7821693DB1}"/>
              </a:ext>
            </a:extLst>
          </p:cNvPr>
          <p:cNvSpPr txBox="1"/>
          <p:nvPr/>
        </p:nvSpPr>
        <p:spPr>
          <a:xfrm>
            <a:off x="1400451" y="2826535"/>
            <a:ext cx="1173031" cy="149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ko-Kore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B90D62-635A-F441-882E-4F9EC41766C9}"/>
              </a:ext>
            </a:extLst>
          </p:cNvPr>
          <p:cNvSpPr txBox="1"/>
          <p:nvPr/>
        </p:nvSpPr>
        <p:spPr>
          <a:xfrm>
            <a:off x="1400451" y="2972585"/>
            <a:ext cx="1173031" cy="149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ko-Kore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35DD0D-108C-B445-97DD-D05747FCA3BE}"/>
              </a:ext>
            </a:extLst>
          </p:cNvPr>
          <p:cNvSpPr txBox="1"/>
          <p:nvPr/>
        </p:nvSpPr>
        <p:spPr>
          <a:xfrm>
            <a:off x="2047837" y="2190072"/>
            <a:ext cx="1739260" cy="4235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 err="1"/>
              <a:t>RestAPI</a:t>
            </a:r>
            <a:r>
              <a:rPr lang="ko-KR" altLang="en-US" sz="1600" dirty="0"/>
              <a:t> 서버 코드</a:t>
            </a:r>
            <a:endParaRPr lang="ko-Kore-KR" alt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12E37C-47F1-7A4D-8B27-7F82D1A13DFC}"/>
              </a:ext>
            </a:extLst>
          </p:cNvPr>
          <p:cNvSpPr txBox="1"/>
          <p:nvPr/>
        </p:nvSpPr>
        <p:spPr>
          <a:xfrm>
            <a:off x="2047837" y="3329146"/>
            <a:ext cx="1739260" cy="4235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/>
              <a:t>Image Viewer</a:t>
            </a:r>
            <a:endParaRPr lang="ko-Kore-KR" altLang="en-US" sz="1600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E87E665-3A7F-5243-9630-09F7F5FDCD03}"/>
              </a:ext>
            </a:extLst>
          </p:cNvPr>
          <p:cNvCxnSpPr>
            <a:stCxn id="15" idx="1"/>
          </p:cNvCxnSpPr>
          <p:nvPr/>
        </p:nvCxnSpPr>
        <p:spPr>
          <a:xfrm flipH="1">
            <a:off x="1637212" y="2401829"/>
            <a:ext cx="410625" cy="4247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81E58FA3-C55E-FD4F-8BDE-F8B6B04A9D9D}"/>
              </a:ext>
            </a:extLst>
          </p:cNvPr>
          <p:cNvCxnSpPr>
            <a:stCxn id="16" idx="1"/>
          </p:cNvCxnSpPr>
          <p:nvPr/>
        </p:nvCxnSpPr>
        <p:spPr>
          <a:xfrm flipH="1" flipV="1">
            <a:off x="1637212" y="3111545"/>
            <a:ext cx="410625" cy="4293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12321CC2-5C70-D246-9D62-FC631CE8D6DD}"/>
              </a:ext>
            </a:extLst>
          </p:cNvPr>
          <p:cNvSpPr/>
          <p:nvPr/>
        </p:nvSpPr>
        <p:spPr>
          <a:xfrm>
            <a:off x="3059084" y="4654128"/>
            <a:ext cx="728013" cy="7148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C737CD6-DA23-214D-9C3F-CCF5D3B47BC8}"/>
              </a:ext>
            </a:extLst>
          </p:cNvPr>
          <p:cNvCxnSpPr>
            <a:endCxn id="17" idx="7"/>
          </p:cNvCxnSpPr>
          <p:nvPr/>
        </p:nvCxnSpPr>
        <p:spPr>
          <a:xfrm flipH="1">
            <a:off x="3680482" y="4317834"/>
            <a:ext cx="425068" cy="4409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D48304D-E40F-ED45-B502-2C6053E0F911}"/>
              </a:ext>
            </a:extLst>
          </p:cNvPr>
          <p:cNvSpPr txBox="1"/>
          <p:nvPr/>
        </p:nvSpPr>
        <p:spPr>
          <a:xfrm>
            <a:off x="4105550" y="3894320"/>
            <a:ext cx="1739260" cy="42351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</a:rPr>
              <a:t>여기를 클릭</a:t>
            </a:r>
            <a:endParaRPr lang="ko-Kore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182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7CB21A70-2CD3-9041-86E2-16EFC7D5AF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90"/>
          <a:stretch/>
        </p:blipFill>
        <p:spPr>
          <a:xfrm>
            <a:off x="566058" y="6570027"/>
            <a:ext cx="1071154" cy="215670"/>
          </a:xfrm>
          <a:prstGeom prst="rect">
            <a:avLst/>
          </a:prstGeom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F0A45F88-06E3-8440-B8AC-3596D1354A7C}"/>
              </a:ext>
            </a:extLst>
          </p:cNvPr>
          <p:cNvSpPr txBox="1"/>
          <p:nvPr/>
        </p:nvSpPr>
        <p:spPr>
          <a:xfrm>
            <a:off x="474662" y="964790"/>
            <a:ext cx="7261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>
              <a:defRPr/>
            </a:pPr>
            <a:r>
              <a:rPr lang="en-US" altLang="ko-KR" sz="2400" b="1" spc="-150" dirty="0" err="1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Jupyter</a:t>
            </a: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Lab: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서버 실행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31F75F-2901-AD43-A2E5-7ACF868F9E94}"/>
              </a:ext>
            </a:extLst>
          </p:cNvPr>
          <p:cNvSpPr/>
          <p:nvPr/>
        </p:nvSpPr>
        <p:spPr>
          <a:xfrm>
            <a:off x="1816670" y="6502110"/>
            <a:ext cx="3940855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81063">
              <a:lnSpc>
                <a:spcPct val="80000"/>
              </a:lnSpc>
              <a:defRPr/>
            </a:pPr>
            <a:r>
              <a:rPr lang="en-US" altLang="ko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Autonomous IoT Research Section</a:t>
            </a:r>
          </a:p>
          <a:p>
            <a:pPr defTabSz="881063">
              <a:lnSpc>
                <a:spcPct val="80000"/>
              </a:lnSpc>
              <a:defRPr/>
            </a:pPr>
            <a:r>
              <a:rPr lang="en-US" altLang="ko-Kore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Industry &amp; Energy Convergence Research Division</a:t>
            </a:r>
            <a:endParaRPr lang="en-US" altLang="ko-KR" sz="1050" b="1" dirty="0">
              <a:solidFill>
                <a:srgbClr val="000B4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FCE389-38EA-644A-92F8-96BC1FDE7119}"/>
              </a:ext>
            </a:extLst>
          </p:cNvPr>
          <p:cNvSpPr txBox="1"/>
          <p:nvPr/>
        </p:nvSpPr>
        <p:spPr>
          <a:xfrm>
            <a:off x="619125" y="1482726"/>
            <a:ext cx="7597775" cy="792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ko-KR" altLang="en-US" sz="1600" dirty="0"/>
              <a:t>터미널에 다음의 명령을 입력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python fdt_ml-2023-001-pklot.py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ko-KR" sz="1600" dirty="0"/>
              <a:t>Count</a:t>
            </a:r>
            <a:r>
              <a:rPr lang="ko-KR" altLang="en-US" sz="1600" dirty="0"/>
              <a:t>가 터미널에 표출되는 시점에서 인식기능 동작</a:t>
            </a:r>
            <a:endParaRPr lang="en-US" altLang="ko-KR" sz="16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A64F584-5A54-6F4A-A84D-303478E31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86" y="2156816"/>
            <a:ext cx="7132828" cy="446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831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7CB21A70-2CD3-9041-86E2-16EFC7D5AF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90"/>
          <a:stretch/>
        </p:blipFill>
        <p:spPr>
          <a:xfrm>
            <a:off x="566058" y="6570027"/>
            <a:ext cx="1071154" cy="215670"/>
          </a:xfrm>
          <a:prstGeom prst="rect">
            <a:avLst/>
          </a:prstGeom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F0A45F88-06E3-8440-B8AC-3596D1354A7C}"/>
              </a:ext>
            </a:extLst>
          </p:cNvPr>
          <p:cNvSpPr txBox="1"/>
          <p:nvPr/>
        </p:nvSpPr>
        <p:spPr>
          <a:xfrm>
            <a:off x="474662" y="964790"/>
            <a:ext cx="7261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>
              <a:defRPr/>
            </a:pP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Rest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서버 동작 확인</a:t>
            </a: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curl 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명령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31F75F-2901-AD43-A2E5-7ACF868F9E94}"/>
              </a:ext>
            </a:extLst>
          </p:cNvPr>
          <p:cNvSpPr/>
          <p:nvPr/>
        </p:nvSpPr>
        <p:spPr>
          <a:xfrm>
            <a:off x="1816670" y="6502110"/>
            <a:ext cx="3940855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81063">
              <a:lnSpc>
                <a:spcPct val="80000"/>
              </a:lnSpc>
              <a:defRPr/>
            </a:pPr>
            <a:r>
              <a:rPr lang="en-US" altLang="ko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Autonomous IoT Research Section</a:t>
            </a:r>
          </a:p>
          <a:p>
            <a:pPr defTabSz="881063">
              <a:lnSpc>
                <a:spcPct val="80000"/>
              </a:lnSpc>
              <a:defRPr/>
            </a:pPr>
            <a:r>
              <a:rPr lang="en-US" altLang="ko-Kore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Industry &amp; Energy Convergence Research Division</a:t>
            </a:r>
            <a:endParaRPr lang="en-US" altLang="ko-KR" sz="1050" b="1" dirty="0">
              <a:solidFill>
                <a:srgbClr val="000B4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FCE389-38EA-644A-92F8-96BC1FDE7119}"/>
              </a:ext>
            </a:extLst>
          </p:cNvPr>
          <p:cNvSpPr txBox="1"/>
          <p:nvPr/>
        </p:nvSpPr>
        <p:spPr>
          <a:xfrm>
            <a:off x="619125" y="1482726"/>
            <a:ext cx="7597775" cy="792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ko-KR" altLang="en-US" sz="1600" dirty="0"/>
              <a:t>터미널을 새로 오픈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ko-KR" altLang="en-US" sz="1600" dirty="0"/>
              <a:t>다음의 명령을 터미널에 입력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curl -X GET "http://127.0.0.1:5000/inference"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199A71-14C4-4F41-8710-ADB03C4C2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464" y="2223671"/>
            <a:ext cx="6920484" cy="425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16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7CB21A70-2CD3-9041-86E2-16EFC7D5AF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90"/>
          <a:stretch/>
        </p:blipFill>
        <p:spPr>
          <a:xfrm>
            <a:off x="566058" y="6570027"/>
            <a:ext cx="1071154" cy="215670"/>
          </a:xfrm>
          <a:prstGeom prst="rect">
            <a:avLst/>
          </a:prstGeom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F0A45F88-06E3-8440-B8AC-3596D1354A7C}"/>
              </a:ext>
            </a:extLst>
          </p:cNvPr>
          <p:cNvSpPr txBox="1"/>
          <p:nvPr/>
        </p:nvSpPr>
        <p:spPr>
          <a:xfrm>
            <a:off x="474662" y="964790"/>
            <a:ext cx="7261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>
              <a:defRPr/>
            </a:pP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Rest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서버 동작 확인</a:t>
            </a: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 Viewer</a:t>
            </a:r>
            <a:endParaRPr lang="ko-KR" altLang="en-US" sz="2400" b="1" spc="-150" dirty="0">
              <a:solidFill>
                <a:srgbClr val="000B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31F75F-2901-AD43-A2E5-7ACF868F9E94}"/>
              </a:ext>
            </a:extLst>
          </p:cNvPr>
          <p:cNvSpPr/>
          <p:nvPr/>
        </p:nvSpPr>
        <p:spPr>
          <a:xfrm>
            <a:off x="1816670" y="6502110"/>
            <a:ext cx="3940855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81063">
              <a:lnSpc>
                <a:spcPct val="80000"/>
              </a:lnSpc>
              <a:defRPr/>
            </a:pPr>
            <a:r>
              <a:rPr lang="en-US" altLang="ko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Autonomous IoT Research Section</a:t>
            </a:r>
          </a:p>
          <a:p>
            <a:pPr defTabSz="881063">
              <a:lnSpc>
                <a:spcPct val="80000"/>
              </a:lnSpc>
              <a:defRPr/>
            </a:pPr>
            <a:r>
              <a:rPr lang="en-US" altLang="ko-Kore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Industry &amp; Energy Convergence Research Division</a:t>
            </a:r>
            <a:endParaRPr lang="en-US" altLang="ko-KR" sz="1050" b="1" dirty="0">
              <a:solidFill>
                <a:srgbClr val="000B4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FCE389-38EA-644A-92F8-96BC1FDE7119}"/>
              </a:ext>
            </a:extLst>
          </p:cNvPr>
          <p:cNvSpPr txBox="1"/>
          <p:nvPr/>
        </p:nvSpPr>
        <p:spPr>
          <a:xfrm>
            <a:off x="619125" y="1482726"/>
            <a:ext cx="7597775" cy="421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ko-KR" sz="1600" dirty="0" err="1"/>
              <a:t>image_decoder.ipynb</a:t>
            </a:r>
            <a:r>
              <a:rPr lang="en-US" altLang="ko-KR" sz="1600" dirty="0"/>
              <a:t> </a:t>
            </a:r>
            <a:r>
              <a:rPr lang="ko-KR" altLang="en-US" sz="1600" dirty="0"/>
              <a:t>파일 더블클릭</a:t>
            </a:r>
            <a:endParaRPr lang="en-US" altLang="ko-KR" sz="16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E920D2-1078-BD4C-BD73-5589F7202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86" y="1904252"/>
            <a:ext cx="7132828" cy="446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128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7CB21A70-2CD3-9041-86E2-16EFC7D5AF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90"/>
          <a:stretch/>
        </p:blipFill>
        <p:spPr>
          <a:xfrm>
            <a:off x="566058" y="6570027"/>
            <a:ext cx="1071154" cy="215670"/>
          </a:xfrm>
          <a:prstGeom prst="rect">
            <a:avLst/>
          </a:prstGeom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F0A45F88-06E3-8440-B8AC-3596D1354A7C}"/>
              </a:ext>
            </a:extLst>
          </p:cNvPr>
          <p:cNvSpPr txBox="1"/>
          <p:nvPr/>
        </p:nvSpPr>
        <p:spPr>
          <a:xfrm>
            <a:off x="474662" y="964790"/>
            <a:ext cx="7261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>
              <a:defRPr/>
            </a:pP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Rest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서버 동작 확인</a:t>
            </a: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 Viewer</a:t>
            </a:r>
            <a:endParaRPr lang="ko-KR" altLang="en-US" sz="2400" b="1" spc="-150" dirty="0">
              <a:solidFill>
                <a:srgbClr val="000B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31F75F-2901-AD43-A2E5-7ACF868F9E94}"/>
              </a:ext>
            </a:extLst>
          </p:cNvPr>
          <p:cNvSpPr/>
          <p:nvPr/>
        </p:nvSpPr>
        <p:spPr>
          <a:xfrm>
            <a:off x="1816670" y="6502110"/>
            <a:ext cx="3940855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81063">
              <a:lnSpc>
                <a:spcPct val="80000"/>
              </a:lnSpc>
              <a:defRPr/>
            </a:pPr>
            <a:r>
              <a:rPr lang="en-US" altLang="ko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Autonomous IoT Research Section</a:t>
            </a:r>
          </a:p>
          <a:p>
            <a:pPr defTabSz="881063">
              <a:lnSpc>
                <a:spcPct val="80000"/>
              </a:lnSpc>
              <a:defRPr/>
            </a:pPr>
            <a:r>
              <a:rPr lang="en-US" altLang="ko-Kore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Industry &amp; Energy Convergence Research Division</a:t>
            </a:r>
            <a:endParaRPr lang="en-US" altLang="ko-KR" sz="1050" b="1" dirty="0">
              <a:solidFill>
                <a:srgbClr val="000B4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FCE389-38EA-644A-92F8-96BC1FDE7119}"/>
              </a:ext>
            </a:extLst>
          </p:cNvPr>
          <p:cNvSpPr txBox="1"/>
          <p:nvPr/>
        </p:nvSpPr>
        <p:spPr>
          <a:xfrm>
            <a:off x="619125" y="1482726"/>
            <a:ext cx="7597775" cy="421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ko-KR" altLang="en-US" sz="1600" dirty="0"/>
              <a:t>상단 </a:t>
            </a:r>
            <a:r>
              <a:rPr lang="ko-KR" altLang="en-US" sz="1600" dirty="0" err="1"/>
              <a:t>메뉴바에서</a:t>
            </a:r>
            <a:r>
              <a:rPr lang="ko-KR" altLang="en-US" sz="1600" dirty="0"/>
              <a:t> </a:t>
            </a:r>
            <a:r>
              <a:rPr lang="en-US" altLang="ko-KR" sz="1600" dirty="0"/>
              <a:t>“Kernel” </a:t>
            </a:r>
            <a:r>
              <a:rPr lang="ko-KR" altLang="en-US" sz="1600" dirty="0"/>
              <a:t>➝ </a:t>
            </a:r>
            <a:r>
              <a:rPr lang="en-US" altLang="ko-KR" sz="1600" dirty="0"/>
              <a:t>“Restart Kernel and Run All Cells…” </a:t>
            </a:r>
            <a:r>
              <a:rPr lang="ko-KR" altLang="en-US" sz="1600" dirty="0"/>
              <a:t>선택</a:t>
            </a:r>
            <a:endParaRPr lang="en-US" altLang="ko-KR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EFF49B1-23C6-C140-AE0D-FB89FD04E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464" y="1960523"/>
            <a:ext cx="6920484" cy="42517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4E0247-EEF2-6642-BF6F-4AA194F6381B}"/>
              </a:ext>
            </a:extLst>
          </p:cNvPr>
          <p:cNvSpPr txBox="1"/>
          <p:nvPr/>
        </p:nvSpPr>
        <p:spPr>
          <a:xfrm>
            <a:off x="2156101" y="2331235"/>
            <a:ext cx="301349" cy="149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ko-Kore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60D965-1D49-2A4D-B323-22D7EB0A9077}"/>
              </a:ext>
            </a:extLst>
          </p:cNvPr>
          <p:cNvSpPr txBox="1"/>
          <p:nvPr/>
        </p:nvSpPr>
        <p:spPr>
          <a:xfrm>
            <a:off x="2251351" y="2978935"/>
            <a:ext cx="1173031" cy="149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ko-Kore-KR" altLang="en-US" sz="16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42D488C-FD3E-714E-8A50-300D16A8D453}"/>
              </a:ext>
            </a:extLst>
          </p:cNvPr>
          <p:cNvSpPr/>
          <p:nvPr/>
        </p:nvSpPr>
        <p:spPr>
          <a:xfrm>
            <a:off x="2457450" y="2015409"/>
            <a:ext cx="365760" cy="3574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1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1C5F7E4-7776-FC4E-8FE2-D226E2E92886}"/>
              </a:ext>
            </a:extLst>
          </p:cNvPr>
          <p:cNvSpPr/>
          <p:nvPr/>
        </p:nvSpPr>
        <p:spPr>
          <a:xfrm>
            <a:off x="3473450" y="2874808"/>
            <a:ext cx="365760" cy="3574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2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937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7CB21A70-2CD3-9041-86E2-16EFC7D5AF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90"/>
          <a:stretch/>
        </p:blipFill>
        <p:spPr>
          <a:xfrm>
            <a:off x="566058" y="6570027"/>
            <a:ext cx="1071154" cy="215670"/>
          </a:xfrm>
          <a:prstGeom prst="rect">
            <a:avLst/>
          </a:prstGeom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F0A45F88-06E3-8440-B8AC-3596D1354A7C}"/>
              </a:ext>
            </a:extLst>
          </p:cNvPr>
          <p:cNvSpPr txBox="1"/>
          <p:nvPr/>
        </p:nvSpPr>
        <p:spPr>
          <a:xfrm>
            <a:off x="474662" y="964790"/>
            <a:ext cx="7261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>
              <a:defRPr/>
            </a:pP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Rest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서버 동작 확인</a:t>
            </a: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 Viewer</a:t>
            </a:r>
            <a:endParaRPr lang="ko-KR" altLang="en-US" sz="2400" b="1" spc="-150" dirty="0">
              <a:solidFill>
                <a:srgbClr val="000B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31F75F-2901-AD43-A2E5-7ACF868F9E94}"/>
              </a:ext>
            </a:extLst>
          </p:cNvPr>
          <p:cNvSpPr/>
          <p:nvPr/>
        </p:nvSpPr>
        <p:spPr>
          <a:xfrm>
            <a:off x="1816670" y="6502110"/>
            <a:ext cx="3940855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81063">
              <a:lnSpc>
                <a:spcPct val="80000"/>
              </a:lnSpc>
              <a:defRPr/>
            </a:pPr>
            <a:r>
              <a:rPr lang="en-US" altLang="ko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Autonomous IoT Research Section</a:t>
            </a:r>
          </a:p>
          <a:p>
            <a:pPr defTabSz="881063">
              <a:lnSpc>
                <a:spcPct val="80000"/>
              </a:lnSpc>
              <a:defRPr/>
            </a:pPr>
            <a:r>
              <a:rPr lang="en-US" altLang="ko-Kore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Industry &amp; Energy Convergence Research Division</a:t>
            </a:r>
            <a:endParaRPr lang="en-US" altLang="ko-KR" sz="1050" b="1" dirty="0">
              <a:solidFill>
                <a:srgbClr val="000B4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FCE389-38EA-644A-92F8-96BC1FDE7119}"/>
              </a:ext>
            </a:extLst>
          </p:cNvPr>
          <p:cNvSpPr txBox="1"/>
          <p:nvPr/>
        </p:nvSpPr>
        <p:spPr>
          <a:xfrm>
            <a:off x="619125" y="1482726"/>
            <a:ext cx="7597775" cy="421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ko-KR" sz="1600" dirty="0"/>
              <a:t>“Restart” </a:t>
            </a:r>
            <a:r>
              <a:rPr lang="ko-KR" altLang="en-US" sz="1600" dirty="0"/>
              <a:t>선택</a:t>
            </a:r>
            <a:endParaRPr lang="en-US" altLang="ko-KR" sz="16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C1F36DE-8680-1E42-8289-D8CA09BFD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86" y="1904252"/>
            <a:ext cx="7132828" cy="446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648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7CB21A70-2CD3-9041-86E2-16EFC7D5AFE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90"/>
          <a:stretch/>
        </p:blipFill>
        <p:spPr>
          <a:xfrm>
            <a:off x="566058" y="6570027"/>
            <a:ext cx="1071154" cy="215670"/>
          </a:xfrm>
          <a:prstGeom prst="rect">
            <a:avLst/>
          </a:prstGeom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F0A45F88-06E3-8440-B8AC-3596D1354A7C}"/>
              </a:ext>
            </a:extLst>
          </p:cNvPr>
          <p:cNvSpPr txBox="1"/>
          <p:nvPr/>
        </p:nvSpPr>
        <p:spPr>
          <a:xfrm>
            <a:off x="474662" y="964790"/>
            <a:ext cx="7261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latinLnBrk="0">
              <a:defRPr/>
            </a:pP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Rest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서버 동작 확인</a:t>
            </a: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b="1" spc="-150" dirty="0">
                <a:solidFill>
                  <a:srgbClr val="000B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 Viewer</a:t>
            </a:r>
            <a:endParaRPr lang="ko-KR" altLang="en-US" sz="2400" b="1" spc="-150" dirty="0">
              <a:solidFill>
                <a:srgbClr val="000B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31F75F-2901-AD43-A2E5-7ACF868F9E94}"/>
              </a:ext>
            </a:extLst>
          </p:cNvPr>
          <p:cNvSpPr/>
          <p:nvPr/>
        </p:nvSpPr>
        <p:spPr>
          <a:xfrm>
            <a:off x="1816670" y="6502110"/>
            <a:ext cx="3940855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81063">
              <a:lnSpc>
                <a:spcPct val="80000"/>
              </a:lnSpc>
              <a:defRPr/>
            </a:pPr>
            <a:r>
              <a:rPr lang="en-US" altLang="ko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Autonomous IoT Research Section</a:t>
            </a:r>
          </a:p>
          <a:p>
            <a:pPr defTabSz="881063">
              <a:lnSpc>
                <a:spcPct val="80000"/>
              </a:lnSpc>
              <a:defRPr/>
            </a:pPr>
            <a:r>
              <a:rPr lang="en-US" altLang="ko-Kore-KR" sz="1050" b="1" dirty="0">
                <a:solidFill>
                  <a:srgbClr val="000B4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Industry &amp; Energy Convergence Research Division</a:t>
            </a:r>
            <a:endParaRPr lang="en-US" altLang="ko-KR" sz="1050" b="1" dirty="0">
              <a:solidFill>
                <a:srgbClr val="000B4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FCE389-38EA-644A-92F8-96BC1FDE7119}"/>
              </a:ext>
            </a:extLst>
          </p:cNvPr>
          <p:cNvSpPr txBox="1"/>
          <p:nvPr/>
        </p:nvSpPr>
        <p:spPr>
          <a:xfrm>
            <a:off x="619125" y="1482726"/>
            <a:ext cx="7597775" cy="421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ko-KR" altLang="en-US" sz="1600" dirty="0"/>
              <a:t>정보와 이미지가 표출되는 것을 확인</a:t>
            </a:r>
            <a:endParaRPr lang="en-US" altLang="ko-KR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334A874-2B88-B14B-9FCA-BFFC4263F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58" y="1960523"/>
            <a:ext cx="6920484" cy="425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13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테마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테마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테마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테마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테마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Office 테마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테마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4_Office 테마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테마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5_Office 테마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35081</TotalTime>
  <Words>385</Words>
  <Application>Microsoft Macintosh PowerPoint</Application>
  <PresentationFormat>사용자 지정</PresentationFormat>
  <Paragraphs>97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13</vt:i4>
      </vt:variant>
    </vt:vector>
  </HeadingPairs>
  <TitlesOfParts>
    <vt:vector size="24" baseType="lpstr">
      <vt:lpstr>Arial</vt:lpstr>
      <vt:lpstr>맑은 고딕</vt:lpstr>
      <vt:lpstr>Courier New</vt:lpstr>
      <vt:lpstr>Calibri Light</vt:lpstr>
      <vt:lpstr>Calibri</vt:lpstr>
      <vt:lpstr>Office 테마</vt:lpstr>
      <vt:lpstr>1_Office 테마</vt:lpstr>
      <vt:lpstr>2_Office 테마</vt:lpstr>
      <vt:lpstr>3_Office 테마</vt:lpstr>
      <vt:lpstr>4_Office 테마</vt:lpstr>
      <vt:lpstr>5_Office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경섭 안</dc:creator>
  <cp:lastModifiedBy>Microsoft Office User</cp:lastModifiedBy>
  <cp:revision>263</cp:revision>
  <dcterms:created xsi:type="dcterms:W3CDTF">2020-11-08T01:01:18Z</dcterms:created>
  <dcterms:modified xsi:type="dcterms:W3CDTF">2023-10-25T10:14:27Z</dcterms:modified>
</cp:coreProperties>
</file>