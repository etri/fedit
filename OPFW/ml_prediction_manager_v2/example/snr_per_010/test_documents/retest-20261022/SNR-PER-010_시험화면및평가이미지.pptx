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0ba36e37b4e3c" /><Relationship Type="http://schemas.openxmlformats.org/officeDocument/2006/relationships/extended-properties" Target="/docProps/app.xml" Id="Raca31d131335435d" /><Relationship Type="http://schemas.openxmlformats.org/officeDocument/2006/relationships/officeDocument" Target="/ppt/presentation.xml" Id="R54a53b7d8e1c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48fd405124f3d"/>
  </p:sldMasterIdLst>
  <p:notesMasterIdLst>
    <p:notesMasterId xmlns:r="http://schemas.openxmlformats.org/officeDocument/2006/relationships" r:id="R30227fedd0ac419c"/>
  </p:notesMasterIdLst>
  <p:sldIdLst>
    <p:sldId xmlns:r="http://schemas.openxmlformats.org/officeDocument/2006/relationships" id="256" r:id="R034e362acd754b5b"/>
    <p:sldId xmlns:r="http://schemas.openxmlformats.org/officeDocument/2006/relationships" id="257" r:id="Ra04c7a5043ae4f1c"/>
    <p:sldId xmlns:r="http://schemas.openxmlformats.org/officeDocument/2006/relationships" id="258" r:id="Ra912208e69144025"/>
    <p:sldId xmlns:r="http://schemas.openxmlformats.org/officeDocument/2006/relationships" id="259" r:id="Rfb4077358591439a"/>
    <p:sldId xmlns:r="http://schemas.openxmlformats.org/officeDocument/2006/relationships" id="260" r:id="R25f13b42a64a42c8"/>
    <p:sldId xmlns:r="http://schemas.openxmlformats.org/officeDocument/2006/relationships" id="261" r:id="R74684998bf7b4aa9"/>
    <p:sldId xmlns:r="http://schemas.openxmlformats.org/officeDocument/2006/relationships" id="262" r:id="R3e5254276f404393"/>
    <p:sldId xmlns:r="http://schemas.openxmlformats.org/officeDocument/2006/relationships" id="263" r:id="Rbcc4c02d651a402c"/>
    <p:sldId xmlns:r="http://schemas.openxmlformats.org/officeDocument/2006/relationships" id="264" r:id="Re38ee8819ee848f7"/>
    <p:sldId xmlns:r="http://schemas.openxmlformats.org/officeDocument/2006/relationships" id="265" r:id="R8db63827f94a4e87"/>
    <p:sldId xmlns:r="http://schemas.openxmlformats.org/officeDocument/2006/relationships" id="266" r:id="Rf836313ed8c345e5"/>
    <p:sldId xmlns:r="http://schemas.openxmlformats.org/officeDocument/2006/relationships" id="267" r:id="Rcc9c56de5ddb4130"/>
    <p:sldId xmlns:r="http://schemas.openxmlformats.org/officeDocument/2006/relationships" id="268" r:id="Refc850db7d6a4099"/>
    <p:sldId xmlns:r="http://schemas.openxmlformats.org/officeDocument/2006/relationships" id="269" r:id="R764b73462ecd46d9"/>
    <p:sldId xmlns:r="http://schemas.openxmlformats.org/officeDocument/2006/relationships" id="270" r:id="Rec80441816d34f11"/>
    <p:sldId xmlns:r="http://schemas.openxmlformats.org/officeDocument/2006/relationships" id="271" r:id="R6cc80b23eff24a2e"/>
    <p:sldId xmlns:r="http://schemas.openxmlformats.org/officeDocument/2006/relationships" id="272" r:id="R4a313404b3cc4a95"/>
    <p:sldId xmlns:r="http://schemas.openxmlformats.org/officeDocument/2006/relationships" id="273" r:id="Rb05648951df74f83"/>
    <p:sldId xmlns:r="http://schemas.openxmlformats.org/officeDocument/2006/relationships" id="274" r:id="R39269f5fb27247b3"/>
    <p:sldId xmlns:r="http://schemas.openxmlformats.org/officeDocument/2006/relationships" id="275" r:id="R69fc02f19d86488a"/>
    <p:sldId xmlns:r="http://schemas.openxmlformats.org/officeDocument/2006/relationships" id="276" r:id="Rdf62aece5e144175"/>
    <p:sldId xmlns:r="http://schemas.openxmlformats.org/officeDocument/2006/relationships" id="277" r:id="R4e95b973d6f04b6c"/>
    <p:sldId xmlns:r="http://schemas.openxmlformats.org/officeDocument/2006/relationships" id="278" r:id="R3271b7e2fa194ea7"/>
    <p:sldId xmlns:r="http://schemas.openxmlformats.org/officeDocument/2006/relationships" id="279" r:id="R81cc489f27e84d4a"/>
    <p:sldId xmlns:r="http://schemas.openxmlformats.org/officeDocument/2006/relationships" id="280" r:id="R9163b73da4cc4c44"/>
    <p:sldId xmlns:r="http://schemas.openxmlformats.org/officeDocument/2006/relationships" id="281" r:id="Rc240c76835aa405b"/>
    <p:sldId xmlns:r="http://schemas.openxmlformats.org/officeDocument/2006/relationships" id="282" r:id="R0c9d7cdbaebc4ad4"/>
    <p:sldId xmlns:r="http://schemas.openxmlformats.org/officeDocument/2006/relationships" id="283" r:id="Ra1c95c02be074258"/>
    <p:sldId xmlns:r="http://schemas.openxmlformats.org/officeDocument/2006/relationships" id="284" r:id="R432f61d9cefe4dcc"/>
    <p:sldId xmlns:r="http://schemas.openxmlformats.org/officeDocument/2006/relationships" id="285" r:id="R683575e72ba84dc7"/>
    <p:sldId xmlns:r="http://schemas.openxmlformats.org/officeDocument/2006/relationships" id="286" r:id="R9e2da48c8849428b"/>
    <p:sldId xmlns:r="http://schemas.openxmlformats.org/officeDocument/2006/relationships" id="287" r:id="R0e37180dd8b441eb"/>
    <p:sldId xmlns:r="http://schemas.openxmlformats.org/officeDocument/2006/relationships" id="288" r:id="Rdf22e93c944e49fe"/>
    <p:sldId xmlns:r="http://schemas.openxmlformats.org/officeDocument/2006/relationships" id="289" r:id="R1c22f4f7e98248a8"/>
    <p:sldId xmlns:r="http://schemas.openxmlformats.org/officeDocument/2006/relationships" id="290" r:id="Rb0b269f010bd4b85"/>
    <p:sldId xmlns:r="http://schemas.openxmlformats.org/officeDocument/2006/relationships" id="291" r:id="Ra2bea4d1c01144a2"/>
    <p:sldId xmlns:r="http://schemas.openxmlformats.org/officeDocument/2006/relationships" id="292" r:id="Ra68dd5863ef44467"/>
    <p:sldId xmlns:r="http://schemas.openxmlformats.org/officeDocument/2006/relationships" id="293" r:id="Rfa1a93db58d74efc"/>
    <p:sldId xmlns:r="http://schemas.openxmlformats.org/officeDocument/2006/relationships" id="294" r:id="R2014fb7e030d49d7"/>
    <p:sldId xmlns:r="http://schemas.openxmlformats.org/officeDocument/2006/relationships" id="295" r:id="Rcfd800609d514f59"/>
    <p:sldId xmlns:r="http://schemas.openxmlformats.org/officeDocument/2006/relationships" id="296" r:id="Rbb7a02e1373d403a"/>
    <p:sldId xmlns:r="http://schemas.openxmlformats.org/officeDocument/2006/relationships" id="297" r:id="Rd4c09faad30c40f8"/>
    <p:sldId xmlns:r="http://schemas.openxmlformats.org/officeDocument/2006/relationships" id="298" r:id="Rb7a7465361d746b5"/>
    <p:sldId xmlns:r="http://schemas.openxmlformats.org/officeDocument/2006/relationships" id="299" r:id="R7b72fffb78394467"/>
    <p:sldId xmlns:r="http://schemas.openxmlformats.org/officeDocument/2006/relationships" id="300" r:id="Rc8233cca81d04280"/>
    <p:sldId xmlns:r="http://schemas.openxmlformats.org/officeDocument/2006/relationships" id="301" r:id="R7436ae7da9ca41cb"/>
    <p:sldId xmlns:r="http://schemas.openxmlformats.org/officeDocument/2006/relationships" id="302" r:id="R00e725ac7f134dcb"/>
    <p:sldId xmlns:r="http://schemas.openxmlformats.org/officeDocument/2006/relationships" id="303" r:id="R4baa6b7b86cd4f41"/>
    <p:sldId xmlns:r="http://schemas.openxmlformats.org/officeDocument/2006/relationships" id="304" r:id="R462e8564bd694f1c"/>
    <p:sldId xmlns:r="http://schemas.openxmlformats.org/officeDocument/2006/relationships" id="305" r:id="R7b10992557704d8d"/>
    <p:sldId xmlns:r="http://schemas.openxmlformats.org/officeDocument/2006/relationships" id="306" r:id="R1260f7627d264271"/>
    <p:sldId xmlns:r="http://schemas.openxmlformats.org/officeDocument/2006/relationships" id="307" r:id="R102eacbebac24cf7"/>
    <p:sldId xmlns:r="http://schemas.openxmlformats.org/officeDocument/2006/relationships" id="308" r:id="R4637c65018ea4444"/>
    <p:sldId xmlns:r="http://schemas.openxmlformats.org/officeDocument/2006/relationships" id="309" r:id="Rd71440110b2445ce"/>
    <p:sldId xmlns:r="http://schemas.openxmlformats.org/officeDocument/2006/relationships" id="310" r:id="R53d3f68dd5fb44c2"/>
    <p:sldId xmlns:r="http://schemas.openxmlformats.org/officeDocument/2006/relationships" id="311" r:id="Rab929366f0964966"/>
    <p:sldId xmlns:r="http://schemas.openxmlformats.org/officeDocument/2006/relationships" id="312" r:id="Raa23766b00c04a3c"/>
    <p:sldId xmlns:r="http://schemas.openxmlformats.org/officeDocument/2006/relationships" id="313" r:id="Re1f1376a500e488f"/>
    <p:sldId xmlns:r="http://schemas.openxmlformats.org/officeDocument/2006/relationships" id="314" r:id="R9369df0827d84598"/>
    <p:sldId xmlns:r="http://schemas.openxmlformats.org/officeDocument/2006/relationships" id="315" r:id="Ra382a15bef114ad3"/>
    <p:sldId xmlns:r="http://schemas.openxmlformats.org/officeDocument/2006/relationships" id="316" r:id="Rd2325afeffc34dbe"/>
    <p:sldId xmlns:r="http://schemas.openxmlformats.org/officeDocument/2006/relationships" id="317" r:id="R8066dd2a5eb4407c"/>
    <p:sldId xmlns:r="http://schemas.openxmlformats.org/officeDocument/2006/relationships" id="318" r:id="R3f494d75acd9416a"/>
    <p:sldId xmlns:r="http://schemas.openxmlformats.org/officeDocument/2006/relationships" id="319" r:id="R8f10641514c14b79"/>
    <p:sldId xmlns:r="http://schemas.openxmlformats.org/officeDocument/2006/relationships" id="320" r:id="R1d08dd4395474c0a"/>
    <p:sldId xmlns:r="http://schemas.openxmlformats.org/officeDocument/2006/relationships" id="321" r:id="R5b98bf0981234355"/>
    <p:sldId xmlns:r="http://schemas.openxmlformats.org/officeDocument/2006/relationships" id="322" r:id="Rfb7b8afd48f64bd0"/>
    <p:sldId xmlns:r="http://schemas.openxmlformats.org/officeDocument/2006/relationships" id="323" r:id="R5c7c1f9312b54674"/>
    <p:sldId xmlns:r="http://schemas.openxmlformats.org/officeDocument/2006/relationships" id="324" r:id="R0ed78c9f67604157"/>
    <p:sldId xmlns:r="http://schemas.openxmlformats.org/officeDocument/2006/relationships" id="325" r:id="R5f763c812002490c"/>
    <p:sldId xmlns:r="http://schemas.openxmlformats.org/officeDocument/2006/relationships" id="326" r:id="R2b0d7061976b4f0a"/>
    <p:sldId xmlns:r="http://schemas.openxmlformats.org/officeDocument/2006/relationships" id="327" r:id="Rd2da3f70f41540eb"/>
    <p:sldId xmlns:r="http://schemas.openxmlformats.org/officeDocument/2006/relationships" id="328" r:id="R9be4950476444c12"/>
    <p:sldId xmlns:r="http://schemas.openxmlformats.org/officeDocument/2006/relationships" id="329" r:id="Rb7c70a337bff4043"/>
    <p:sldId xmlns:r="http://schemas.openxmlformats.org/officeDocument/2006/relationships" id="330" r:id="Rec6f2057b8684e46"/>
    <p:sldId xmlns:r="http://schemas.openxmlformats.org/officeDocument/2006/relationships" id="331" r:id="Rd89e499aaae14901"/>
    <p:sldId xmlns:r="http://schemas.openxmlformats.org/officeDocument/2006/relationships" id="332" r:id="R3ee21edc2bab49d1"/>
    <p:sldId xmlns:r="http://schemas.openxmlformats.org/officeDocument/2006/relationships" id="333" r:id="Rf46dc05974d6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5d96575a854885" /><Relationship Type="http://schemas.openxmlformats.org/officeDocument/2006/relationships/slideMaster" Target="/ppt/slideMasters/slideMaster1.xml" Id="R78b48fd405124f3d" /><Relationship Type="http://schemas.openxmlformats.org/officeDocument/2006/relationships/notesMaster" Target="/ppt/notesMasters/notesMaster1.xml" Id="R30227fedd0ac419c" /><Relationship Type="http://schemas.openxmlformats.org/officeDocument/2006/relationships/presProps" Target="/ppt/presProps.xml" Id="Rb9bf5d7099144dc7" /><Relationship Type="http://schemas.openxmlformats.org/officeDocument/2006/relationships/tableStyles" Target="/ppt/tableStyles.xml" Id="Rd38c22bd0f3f4b14" /><Relationship Type="http://schemas.openxmlformats.org/officeDocument/2006/relationships/slide" Target="/ppt/slides/slide1.xml" Id="R034e362acd754b5b" /><Relationship Type="http://schemas.openxmlformats.org/officeDocument/2006/relationships/slide" Target="/ppt/slides/slide2.xml" Id="Ra04c7a5043ae4f1c" /><Relationship Type="http://schemas.openxmlformats.org/officeDocument/2006/relationships/slide" Target="/ppt/slides/slide3.xml" Id="Ra912208e69144025" /><Relationship Type="http://schemas.openxmlformats.org/officeDocument/2006/relationships/slide" Target="/ppt/slides/slide4.xml" Id="Rfb4077358591439a" /><Relationship Type="http://schemas.openxmlformats.org/officeDocument/2006/relationships/slide" Target="/ppt/slides/slide5.xml" Id="R25f13b42a64a42c8" /><Relationship Type="http://schemas.openxmlformats.org/officeDocument/2006/relationships/slide" Target="/ppt/slides/slide6.xml" Id="R74684998bf7b4aa9" /><Relationship Type="http://schemas.openxmlformats.org/officeDocument/2006/relationships/slide" Target="/ppt/slides/slide7.xml" Id="R3e5254276f404393" /><Relationship Type="http://schemas.openxmlformats.org/officeDocument/2006/relationships/slide" Target="/ppt/slides/slide8.xml" Id="Rbcc4c02d651a402c" /><Relationship Type="http://schemas.openxmlformats.org/officeDocument/2006/relationships/slide" Target="/ppt/slides/slide9.xml" Id="Re38ee8819ee848f7" /><Relationship Type="http://schemas.openxmlformats.org/officeDocument/2006/relationships/slide" Target="/ppt/slides/slide10.xml" Id="R8db63827f94a4e87" /><Relationship Type="http://schemas.openxmlformats.org/officeDocument/2006/relationships/slide" Target="/ppt/slides/slide11.xml" Id="Rf836313ed8c345e5" /><Relationship Type="http://schemas.openxmlformats.org/officeDocument/2006/relationships/slide" Target="/ppt/slides/slide12.xml" Id="Rcc9c56de5ddb4130" /><Relationship Type="http://schemas.openxmlformats.org/officeDocument/2006/relationships/slide" Target="/ppt/slides/slide13.xml" Id="Refc850db7d6a4099" /><Relationship Type="http://schemas.openxmlformats.org/officeDocument/2006/relationships/slide" Target="/ppt/slides/slide14.xml" Id="R764b73462ecd46d9" /><Relationship Type="http://schemas.openxmlformats.org/officeDocument/2006/relationships/slide" Target="/ppt/slides/slide15.xml" Id="Rec80441816d34f11" /><Relationship Type="http://schemas.openxmlformats.org/officeDocument/2006/relationships/slide" Target="/ppt/slides/slide16.xml" Id="R6cc80b23eff24a2e" /><Relationship Type="http://schemas.openxmlformats.org/officeDocument/2006/relationships/slide" Target="/ppt/slides/slide17.xml" Id="R4a313404b3cc4a95" /><Relationship Type="http://schemas.openxmlformats.org/officeDocument/2006/relationships/slide" Target="/ppt/slides/slide18.xml" Id="Rb05648951df74f83" /><Relationship Type="http://schemas.openxmlformats.org/officeDocument/2006/relationships/slide" Target="/ppt/slides/slide19.xml" Id="R39269f5fb27247b3" /><Relationship Type="http://schemas.openxmlformats.org/officeDocument/2006/relationships/slide" Target="/ppt/slides/slide20.xml" Id="R69fc02f19d86488a" /><Relationship Type="http://schemas.openxmlformats.org/officeDocument/2006/relationships/slide" Target="/ppt/slides/slide21.xml" Id="Rdf62aece5e144175" /><Relationship Type="http://schemas.openxmlformats.org/officeDocument/2006/relationships/slide" Target="/ppt/slides/slide22.xml" Id="R4e95b973d6f04b6c" /><Relationship Type="http://schemas.openxmlformats.org/officeDocument/2006/relationships/slide" Target="/ppt/slides/slide23.xml" Id="R3271b7e2fa194ea7" /><Relationship Type="http://schemas.openxmlformats.org/officeDocument/2006/relationships/slide" Target="/ppt/slides/slide24.xml" Id="R81cc489f27e84d4a" /><Relationship Type="http://schemas.openxmlformats.org/officeDocument/2006/relationships/slide" Target="/ppt/slides/slide25.xml" Id="R9163b73da4cc4c44" /><Relationship Type="http://schemas.openxmlformats.org/officeDocument/2006/relationships/slide" Target="/ppt/slides/slide26.xml" Id="Rc240c76835aa405b" /><Relationship Type="http://schemas.openxmlformats.org/officeDocument/2006/relationships/slide" Target="/ppt/slides/slide27.xml" Id="R0c9d7cdbaebc4ad4" /><Relationship Type="http://schemas.openxmlformats.org/officeDocument/2006/relationships/slide" Target="/ppt/slides/slide28.xml" Id="Ra1c95c02be074258" /><Relationship Type="http://schemas.openxmlformats.org/officeDocument/2006/relationships/slide" Target="/ppt/slides/slide29.xml" Id="R432f61d9cefe4dcc" /><Relationship Type="http://schemas.openxmlformats.org/officeDocument/2006/relationships/slide" Target="/ppt/slides/slide30.xml" Id="R683575e72ba84dc7" /><Relationship Type="http://schemas.openxmlformats.org/officeDocument/2006/relationships/slide" Target="/ppt/slides/slide31.xml" Id="R9e2da48c8849428b" /><Relationship Type="http://schemas.openxmlformats.org/officeDocument/2006/relationships/slide" Target="/ppt/slides/slide32.xml" Id="R0e37180dd8b441eb" /><Relationship Type="http://schemas.openxmlformats.org/officeDocument/2006/relationships/slide" Target="/ppt/slides/slide33.xml" Id="Rdf22e93c944e49fe" /><Relationship Type="http://schemas.openxmlformats.org/officeDocument/2006/relationships/slide" Target="/ppt/slides/slide34.xml" Id="R1c22f4f7e98248a8" /><Relationship Type="http://schemas.openxmlformats.org/officeDocument/2006/relationships/slide" Target="/ppt/slides/slide35.xml" Id="Rb0b269f010bd4b85" /><Relationship Type="http://schemas.openxmlformats.org/officeDocument/2006/relationships/slide" Target="/ppt/slides/slide36.xml" Id="Ra2bea4d1c01144a2" /><Relationship Type="http://schemas.openxmlformats.org/officeDocument/2006/relationships/slide" Target="/ppt/slides/slide37.xml" Id="Ra68dd5863ef44467" /><Relationship Type="http://schemas.openxmlformats.org/officeDocument/2006/relationships/slide" Target="/ppt/slides/slide38.xml" Id="Rfa1a93db58d74efc" /><Relationship Type="http://schemas.openxmlformats.org/officeDocument/2006/relationships/slide" Target="/ppt/slides/slide39.xml" Id="R2014fb7e030d49d7" /><Relationship Type="http://schemas.openxmlformats.org/officeDocument/2006/relationships/slide" Target="/ppt/slides/slide40.xml" Id="Rcfd800609d514f59" /><Relationship Type="http://schemas.openxmlformats.org/officeDocument/2006/relationships/slide" Target="/ppt/slides/slide41.xml" Id="Rbb7a02e1373d403a" /><Relationship Type="http://schemas.openxmlformats.org/officeDocument/2006/relationships/slide" Target="/ppt/slides/slide42.xml" Id="Rd4c09faad30c40f8" /><Relationship Type="http://schemas.openxmlformats.org/officeDocument/2006/relationships/slide" Target="/ppt/slides/slide43.xml" Id="Rb7a7465361d746b5" /><Relationship Type="http://schemas.openxmlformats.org/officeDocument/2006/relationships/slide" Target="/ppt/slides/slide44.xml" Id="R7b72fffb78394467" /><Relationship Type="http://schemas.openxmlformats.org/officeDocument/2006/relationships/slide" Target="/ppt/slides/slide45.xml" Id="Rc8233cca81d04280" /><Relationship Type="http://schemas.openxmlformats.org/officeDocument/2006/relationships/slide" Target="/ppt/slides/slide46.xml" Id="R7436ae7da9ca41cb" /><Relationship Type="http://schemas.openxmlformats.org/officeDocument/2006/relationships/slide" Target="/ppt/slides/slide47.xml" Id="R00e725ac7f134dcb" /><Relationship Type="http://schemas.openxmlformats.org/officeDocument/2006/relationships/slide" Target="/ppt/slides/slide48.xml" Id="R4baa6b7b86cd4f41" /><Relationship Type="http://schemas.openxmlformats.org/officeDocument/2006/relationships/slide" Target="/ppt/slides/slide49.xml" Id="R462e8564bd694f1c" /><Relationship Type="http://schemas.openxmlformats.org/officeDocument/2006/relationships/slide" Target="/ppt/slides/slide50.xml" Id="R7b10992557704d8d" /><Relationship Type="http://schemas.openxmlformats.org/officeDocument/2006/relationships/slide" Target="/ppt/slides/slide51.xml" Id="R1260f7627d264271" /><Relationship Type="http://schemas.openxmlformats.org/officeDocument/2006/relationships/slide" Target="/ppt/slides/slide52.xml" Id="R102eacbebac24cf7" /><Relationship Type="http://schemas.openxmlformats.org/officeDocument/2006/relationships/slide" Target="/ppt/slides/slide53.xml" Id="R4637c65018ea4444" /><Relationship Type="http://schemas.openxmlformats.org/officeDocument/2006/relationships/slide" Target="/ppt/slides/slide54.xml" Id="Rd71440110b2445ce" /><Relationship Type="http://schemas.openxmlformats.org/officeDocument/2006/relationships/slide" Target="/ppt/slides/slide55.xml" Id="R53d3f68dd5fb44c2" /><Relationship Type="http://schemas.openxmlformats.org/officeDocument/2006/relationships/slide" Target="/ppt/slides/slide56.xml" Id="Rab929366f0964966" /><Relationship Type="http://schemas.openxmlformats.org/officeDocument/2006/relationships/slide" Target="/ppt/slides/slide57.xml" Id="Raa23766b00c04a3c" /><Relationship Type="http://schemas.openxmlformats.org/officeDocument/2006/relationships/slide" Target="/ppt/slides/slide58.xml" Id="Re1f1376a500e488f" /><Relationship Type="http://schemas.openxmlformats.org/officeDocument/2006/relationships/slide" Target="/ppt/slides/slide59.xml" Id="R9369df0827d84598" /><Relationship Type="http://schemas.openxmlformats.org/officeDocument/2006/relationships/slide" Target="/ppt/slides/slide60.xml" Id="Ra382a15bef114ad3" /><Relationship Type="http://schemas.openxmlformats.org/officeDocument/2006/relationships/slide" Target="/ppt/slides/slide61.xml" Id="Rd2325afeffc34dbe" /><Relationship Type="http://schemas.openxmlformats.org/officeDocument/2006/relationships/slide" Target="/ppt/slides/slide62.xml" Id="R8066dd2a5eb4407c" /><Relationship Type="http://schemas.openxmlformats.org/officeDocument/2006/relationships/slide" Target="/ppt/slides/slide63.xml" Id="R3f494d75acd9416a" /><Relationship Type="http://schemas.openxmlformats.org/officeDocument/2006/relationships/slide" Target="/ppt/slides/slide64.xml" Id="R8f10641514c14b79" /><Relationship Type="http://schemas.openxmlformats.org/officeDocument/2006/relationships/slide" Target="/ppt/slides/slide65.xml" Id="R1d08dd4395474c0a" /><Relationship Type="http://schemas.openxmlformats.org/officeDocument/2006/relationships/slide" Target="/ppt/slides/slide66.xml" Id="R5b98bf0981234355" /><Relationship Type="http://schemas.openxmlformats.org/officeDocument/2006/relationships/slide" Target="/ppt/slides/slide67.xml" Id="Rfb7b8afd48f64bd0" /><Relationship Type="http://schemas.openxmlformats.org/officeDocument/2006/relationships/slide" Target="/ppt/slides/slide68.xml" Id="R5c7c1f9312b54674" /><Relationship Type="http://schemas.openxmlformats.org/officeDocument/2006/relationships/slide" Target="/ppt/slides/slide69.xml" Id="R0ed78c9f67604157" /><Relationship Type="http://schemas.openxmlformats.org/officeDocument/2006/relationships/slide" Target="/ppt/slides/slide70.xml" Id="R5f763c812002490c" /><Relationship Type="http://schemas.openxmlformats.org/officeDocument/2006/relationships/slide" Target="/ppt/slides/slide71.xml" Id="R2b0d7061976b4f0a" /><Relationship Type="http://schemas.openxmlformats.org/officeDocument/2006/relationships/slide" Target="/ppt/slides/slide72.xml" Id="Rd2da3f70f41540eb" /><Relationship Type="http://schemas.openxmlformats.org/officeDocument/2006/relationships/slide" Target="/ppt/slides/slide73.xml" Id="R9be4950476444c12" /><Relationship Type="http://schemas.openxmlformats.org/officeDocument/2006/relationships/slide" Target="/ppt/slides/slide74.xml" Id="Rb7c70a337bff4043" /><Relationship Type="http://schemas.openxmlformats.org/officeDocument/2006/relationships/slide" Target="/ppt/slides/slide75.xml" Id="Rec6f2057b8684e46" /><Relationship Type="http://schemas.openxmlformats.org/officeDocument/2006/relationships/slide" Target="/ppt/slides/slide76.xml" Id="Rd89e499aaae14901" /><Relationship Type="http://schemas.openxmlformats.org/officeDocument/2006/relationships/slide" Target="/ppt/slides/slide77.xml" Id="R3ee21edc2bab49d1" /><Relationship Type="http://schemas.openxmlformats.org/officeDocument/2006/relationships/slide" Target="/ppt/slides/slide78.xml" Id="Rf46dc05974d6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661b60521741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660525c6349fa" /><Relationship Type="http://schemas.openxmlformats.org/officeDocument/2006/relationships/notesMaster" Target="/ppt/notesMasters/notesMaster1.xml" Id="R46633d154832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028b5c472544b3" /><Relationship Type="http://schemas.openxmlformats.org/officeDocument/2006/relationships/notesMaster" Target="/ppt/notesMasters/notesMaster1.xml" Id="R2793e7465a42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e0250f308e4098" /><Relationship Type="http://schemas.openxmlformats.org/officeDocument/2006/relationships/notesMaster" Target="/ppt/notesMasters/notesMaster1.xml" Id="R60a5b8c6ee33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1c3572478349e4" /><Relationship Type="http://schemas.openxmlformats.org/officeDocument/2006/relationships/notesMaster" Target="/ppt/notesMasters/notesMaster1.xml" Id="R5848361e1804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b62d2b601c4570" /><Relationship Type="http://schemas.openxmlformats.org/officeDocument/2006/relationships/notesMaster" Target="/ppt/notesMasters/notesMaster1.xml" Id="Rda53a6be83354f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abe1b420b4f7f" /><Relationship Type="http://schemas.openxmlformats.org/officeDocument/2006/relationships/notesMaster" Target="/ppt/notesMasters/notesMaster1.xml" Id="R2a24bcfc24384f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449e17a734096" /><Relationship Type="http://schemas.openxmlformats.org/officeDocument/2006/relationships/notesMaster" Target="/ppt/notesMasters/notesMaster1.xml" Id="Ra2f58648a640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cf91d2f0274b59" /><Relationship Type="http://schemas.openxmlformats.org/officeDocument/2006/relationships/notesMaster" Target="/ppt/notesMasters/notesMaster1.xml" Id="R2fe628dfd09e4a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4acc4e767a4f05" /><Relationship Type="http://schemas.openxmlformats.org/officeDocument/2006/relationships/notesMaster" Target="/ppt/notesMasters/notesMaster1.xml" Id="R40c4d090798d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bbb1327044cb8" /><Relationship Type="http://schemas.openxmlformats.org/officeDocument/2006/relationships/notesMaster" Target="/ppt/notesMasters/notesMaster1.xml" Id="R6df180f831364d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902dbb114402a" /><Relationship Type="http://schemas.openxmlformats.org/officeDocument/2006/relationships/notesMaster" Target="/ppt/notesMasters/notesMaster1.xml" Id="Radd4f04324464b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9d99223649429f" /><Relationship Type="http://schemas.openxmlformats.org/officeDocument/2006/relationships/notesMaster" Target="/ppt/notesMasters/notesMaster1.xml" Id="Rac49ec0c452145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7e7f8751c347a1" /><Relationship Type="http://schemas.openxmlformats.org/officeDocument/2006/relationships/notesMaster" Target="/ppt/notesMasters/notesMaster1.xml" Id="Rc3454f56ea6e4a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b6241b99d34e96" /><Relationship Type="http://schemas.openxmlformats.org/officeDocument/2006/relationships/notesMaster" Target="/ppt/notesMasters/notesMaster1.xml" Id="R814996386dd44d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af866b43be4941" /><Relationship Type="http://schemas.openxmlformats.org/officeDocument/2006/relationships/notesMaster" Target="/ppt/notesMasters/notesMaster1.xml" Id="R4f4182e2b11447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84f408e64241f0" /><Relationship Type="http://schemas.openxmlformats.org/officeDocument/2006/relationships/notesMaster" Target="/ppt/notesMasters/notesMaster1.xml" Id="Raa07d265104844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3835df069e42b8" /><Relationship Type="http://schemas.openxmlformats.org/officeDocument/2006/relationships/notesMaster" Target="/ppt/notesMasters/notesMaster1.xml" Id="R7920b2f137e54c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b2409c236e4ce9" /><Relationship Type="http://schemas.openxmlformats.org/officeDocument/2006/relationships/notesMaster" Target="/ppt/notesMasters/notesMaster1.xml" Id="R28169d35f23c49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e16599b16a4c3a" /><Relationship Type="http://schemas.openxmlformats.org/officeDocument/2006/relationships/notesMaster" Target="/ppt/notesMasters/notesMaster1.xml" Id="R5a76d6aefbc84e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dd5b2feaee4976" /><Relationship Type="http://schemas.openxmlformats.org/officeDocument/2006/relationships/notesMaster" Target="/ppt/notesMasters/notesMaster1.xml" Id="Rf33668f41b3c44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0a92b01f6242ed" /><Relationship Type="http://schemas.openxmlformats.org/officeDocument/2006/relationships/notesMaster" Target="/ppt/notesMasters/notesMaster1.xml" Id="R48ac8536ace64c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c141c9c66548b5" /><Relationship Type="http://schemas.openxmlformats.org/officeDocument/2006/relationships/notesMaster" Target="/ppt/notesMasters/notesMaster1.xml" Id="Re27f98df4e3a4d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58d16cafce429c" /><Relationship Type="http://schemas.openxmlformats.org/officeDocument/2006/relationships/notesMaster" Target="/ppt/notesMasters/notesMaster1.xml" Id="R0b4dc961a5f144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82e66160bb4f93" /><Relationship Type="http://schemas.openxmlformats.org/officeDocument/2006/relationships/notesMaster" Target="/ppt/notesMasters/notesMaster1.xml" Id="Rff6a58a2192547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d4aa84a8c940d7" /><Relationship Type="http://schemas.openxmlformats.org/officeDocument/2006/relationships/notesMaster" Target="/ppt/notesMasters/notesMaster1.xml" Id="R53d57b2813694f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cf12164523e4596" /><Relationship Type="http://schemas.openxmlformats.org/officeDocument/2006/relationships/notesMaster" Target="/ppt/notesMasters/notesMaster1.xml" Id="R3124fb50ab334f5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9875c50fc041ab" /><Relationship Type="http://schemas.openxmlformats.org/officeDocument/2006/relationships/notesMaster" Target="/ppt/notesMasters/notesMaster1.xml" Id="Rb1001d04cb2142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6debe0f6a24e63" /><Relationship Type="http://schemas.openxmlformats.org/officeDocument/2006/relationships/notesMaster" Target="/ppt/notesMasters/notesMaster1.xml" Id="Rcf38820f218240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3867adf00724462" /><Relationship Type="http://schemas.openxmlformats.org/officeDocument/2006/relationships/notesMaster" Target="/ppt/notesMasters/notesMaster1.xml" Id="R6722f7b6684e4c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5a2d924f8b44d7" /><Relationship Type="http://schemas.openxmlformats.org/officeDocument/2006/relationships/notesMaster" Target="/ppt/notesMasters/notesMaster1.xml" Id="R3d9b5652a70645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1ad67b457024436" /><Relationship Type="http://schemas.openxmlformats.org/officeDocument/2006/relationships/notesMaster" Target="/ppt/notesMasters/notesMaster1.xml" Id="R74caf8b57c9447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573a4d3776949e6" /><Relationship Type="http://schemas.openxmlformats.org/officeDocument/2006/relationships/notesMaster" Target="/ppt/notesMasters/notesMaster1.xml" Id="R716ad1a423d04f0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03a06d333b4371" /><Relationship Type="http://schemas.openxmlformats.org/officeDocument/2006/relationships/notesMaster" Target="/ppt/notesMasters/notesMaster1.xml" Id="Re83c5e7cae574b6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caf97eb7b434900" /><Relationship Type="http://schemas.openxmlformats.org/officeDocument/2006/relationships/notesMaster" Target="/ppt/notesMasters/notesMaster1.xml" Id="R74753b3bcd0945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49106679354baa" /><Relationship Type="http://schemas.openxmlformats.org/officeDocument/2006/relationships/notesMaster" Target="/ppt/notesMasters/notesMaster1.xml" Id="R2cb36c8eab9543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388723978942e2" /><Relationship Type="http://schemas.openxmlformats.org/officeDocument/2006/relationships/notesMaster" Target="/ppt/notesMasters/notesMaster1.xml" Id="R47af055aa2544d2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4e518a035084c44" /><Relationship Type="http://schemas.openxmlformats.org/officeDocument/2006/relationships/notesMaster" Target="/ppt/notesMasters/notesMaster1.xml" Id="Rf0b20d98566041f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537c58bbb604b00" /><Relationship Type="http://schemas.openxmlformats.org/officeDocument/2006/relationships/notesMaster" Target="/ppt/notesMasters/notesMaster1.xml" Id="Rb1e40ce1dc214fe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30ccb01f8cf4f06" /><Relationship Type="http://schemas.openxmlformats.org/officeDocument/2006/relationships/notesMaster" Target="/ppt/notesMasters/notesMaster1.xml" Id="R67b682f4f8af447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d67b56604534077" /><Relationship Type="http://schemas.openxmlformats.org/officeDocument/2006/relationships/notesMaster" Target="/ppt/notesMasters/notesMaster1.xml" Id="R280d543a61ff43f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34fcf9bbb14470f" /><Relationship Type="http://schemas.openxmlformats.org/officeDocument/2006/relationships/notesMaster" Target="/ppt/notesMasters/notesMaster1.xml" Id="R0d9f4d39da1d4cd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132665f6f044b9d" /><Relationship Type="http://schemas.openxmlformats.org/officeDocument/2006/relationships/notesMaster" Target="/ppt/notesMasters/notesMaster1.xml" Id="R581058f1e0be401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7eefb573ff34e27" /><Relationship Type="http://schemas.openxmlformats.org/officeDocument/2006/relationships/notesMaster" Target="/ppt/notesMasters/notesMaster1.xml" Id="R113a00d7cddc402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293d12ed15f4c12" /><Relationship Type="http://schemas.openxmlformats.org/officeDocument/2006/relationships/notesMaster" Target="/ppt/notesMasters/notesMaster1.xml" Id="R040c5283d9774b6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9ba333bcad94230" /><Relationship Type="http://schemas.openxmlformats.org/officeDocument/2006/relationships/notesMaster" Target="/ppt/notesMasters/notesMaster1.xml" Id="Ra66f026331e9438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a5b717a4c444bbc" /><Relationship Type="http://schemas.openxmlformats.org/officeDocument/2006/relationships/notesMaster" Target="/ppt/notesMasters/notesMaster1.xml" Id="R7610171da5b04f3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b425ce048f4984" /><Relationship Type="http://schemas.openxmlformats.org/officeDocument/2006/relationships/notesMaster" Target="/ppt/notesMasters/notesMaster1.xml" Id="Rd784f20e49cd4c0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64e928c11e34c10" /><Relationship Type="http://schemas.openxmlformats.org/officeDocument/2006/relationships/notesMaster" Target="/ppt/notesMasters/notesMaster1.xml" Id="R8ddaf99da80a474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a77fdc96fdc4f82" /><Relationship Type="http://schemas.openxmlformats.org/officeDocument/2006/relationships/notesMaster" Target="/ppt/notesMasters/notesMaster1.xml" Id="Rf2ae0a3c703d4f7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384c3a51cb54506" /><Relationship Type="http://schemas.openxmlformats.org/officeDocument/2006/relationships/notesMaster" Target="/ppt/notesMasters/notesMaster1.xml" Id="R86d3b135d436470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5d18b2d13d64e7d" /><Relationship Type="http://schemas.openxmlformats.org/officeDocument/2006/relationships/notesMaster" Target="/ppt/notesMasters/notesMaster1.xml" Id="R70760ca5e0e7433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04a5037a51940fe" /><Relationship Type="http://schemas.openxmlformats.org/officeDocument/2006/relationships/notesMaster" Target="/ppt/notesMasters/notesMaster1.xml" Id="R4d7185c2d8654ff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5fb82a1131a4e96" /><Relationship Type="http://schemas.openxmlformats.org/officeDocument/2006/relationships/notesMaster" Target="/ppt/notesMasters/notesMaster1.xml" Id="R4608479d942d47b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93c2e596a22448d" /><Relationship Type="http://schemas.openxmlformats.org/officeDocument/2006/relationships/notesMaster" Target="/ppt/notesMasters/notesMaster1.xml" Id="Rf9fd7d4b57274de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9ec100793294771" /><Relationship Type="http://schemas.openxmlformats.org/officeDocument/2006/relationships/notesMaster" Target="/ppt/notesMasters/notesMaster1.xml" Id="R9c01ab73bddb4be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df3ae19838c4da0" /><Relationship Type="http://schemas.openxmlformats.org/officeDocument/2006/relationships/notesMaster" Target="/ppt/notesMasters/notesMaster1.xml" Id="Rf0d14721132d4ba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518fc825ddd499c" /><Relationship Type="http://schemas.openxmlformats.org/officeDocument/2006/relationships/notesMaster" Target="/ppt/notesMasters/notesMaster1.xml" Id="R9c54a10df490405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57ffb56c8264e1d" /><Relationship Type="http://schemas.openxmlformats.org/officeDocument/2006/relationships/notesMaster" Target="/ppt/notesMasters/notesMaster1.xml" Id="R1ba8fa4799fd48c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a7abdde8a074719" /><Relationship Type="http://schemas.openxmlformats.org/officeDocument/2006/relationships/notesMaster" Target="/ppt/notesMasters/notesMaster1.xml" Id="Rfd251fdcbd2f4fe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e1fdbf5538148d4" /><Relationship Type="http://schemas.openxmlformats.org/officeDocument/2006/relationships/notesMaster" Target="/ppt/notesMasters/notesMaster1.xml" Id="Rff3f3b40f7374df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035a11c61f94231" /><Relationship Type="http://schemas.openxmlformats.org/officeDocument/2006/relationships/notesMaster" Target="/ppt/notesMasters/notesMaster1.xml" Id="Re3bc9a1ebd544d3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8cf3ebe3b344a04" /><Relationship Type="http://schemas.openxmlformats.org/officeDocument/2006/relationships/notesMaster" Target="/ppt/notesMasters/notesMaster1.xml" Id="R065a33733fc24ad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a2d4e98b81b4b76" /><Relationship Type="http://schemas.openxmlformats.org/officeDocument/2006/relationships/notesMaster" Target="/ppt/notesMasters/notesMaster1.xml" Id="R957251c577cb4ab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1cc83b23a614266" /><Relationship Type="http://schemas.openxmlformats.org/officeDocument/2006/relationships/notesMaster" Target="/ppt/notesMasters/notesMaster1.xml" Id="R76149f31df3d444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0f3844eac72448a" /><Relationship Type="http://schemas.openxmlformats.org/officeDocument/2006/relationships/notesMaster" Target="/ppt/notesMasters/notesMaster1.xml" Id="R32526e740e6e4e8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ae4cf6772d749ac" /><Relationship Type="http://schemas.openxmlformats.org/officeDocument/2006/relationships/notesMaster" Target="/ppt/notesMasters/notesMaster1.xml" Id="Rd94677f360064f8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2b828818a684efd" /><Relationship Type="http://schemas.openxmlformats.org/officeDocument/2006/relationships/notesMaster" Target="/ppt/notesMasters/notesMaster1.xml" Id="R01ffd795a9f0487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604171467ea4546" /><Relationship Type="http://schemas.openxmlformats.org/officeDocument/2006/relationships/notesMaster" Target="/ppt/notesMasters/notesMaster1.xml" Id="Ra726ce6203b0431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7251062a0304d1e" /><Relationship Type="http://schemas.openxmlformats.org/officeDocument/2006/relationships/notesMaster" Target="/ppt/notesMasters/notesMaster1.xml" Id="Ra40e70844e6f48f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b6ba38796a0403e" /><Relationship Type="http://schemas.openxmlformats.org/officeDocument/2006/relationships/notesMaster" Target="/ppt/notesMasters/notesMaster1.xml" Id="Ra0964f4a118945a0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1eb49cac1a741c6" /><Relationship Type="http://schemas.openxmlformats.org/officeDocument/2006/relationships/notesMaster" Target="/ppt/notesMasters/notesMaster1.xml" Id="Rea01f3bfca7c4e8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17804bb1c61e4a71" /><Relationship Type="http://schemas.openxmlformats.org/officeDocument/2006/relationships/notesMaster" Target="/ppt/notesMasters/notesMaster1.xml" Id="R16eaed470f374c5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c16029e25574a56" /><Relationship Type="http://schemas.openxmlformats.org/officeDocument/2006/relationships/notesMaster" Target="/ppt/notesMasters/notesMaster1.xml" Id="Ra240be538470406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1bb6212dd7d4317" /><Relationship Type="http://schemas.openxmlformats.org/officeDocument/2006/relationships/notesMaster" Target="/ppt/notesMasters/notesMaster1.xml" Id="Rc07bad43afb54de8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c63bf77cf204bb4" /><Relationship Type="http://schemas.openxmlformats.org/officeDocument/2006/relationships/notesMaster" Target="/ppt/notesMasters/notesMaster1.xml" Id="Rde2ec08d70864ca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1576b5ea8ae4df5" /><Relationship Type="http://schemas.openxmlformats.org/officeDocument/2006/relationships/notesMaster" Target="/ppt/notesMasters/notesMaster1.xml" Id="R6e3314c7529f422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f04a6a92e9740bb" /><Relationship Type="http://schemas.openxmlformats.org/officeDocument/2006/relationships/notesMaster" Target="/ppt/notesMasters/notesMaster1.xml" Id="R6ea4813138bb44f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8adbb16a7af54ac2" /><Relationship Type="http://schemas.openxmlformats.org/officeDocument/2006/relationships/notesMaster" Target="/ppt/notesMasters/notesMaster1.xml" Id="Raf381385d6a3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시험 소스: https://github.com/etri/FeDiT.git</a:t>
            </a:r>
          </a:p>
          <a:p xmlns:a="http://schemas.openxmlformats.org/drawingml/2006/main">
            <a:r>
              <a:t>브랜치: OPFW_development_ETRI_pman</a:t>
            </a:r>
          </a:p>
          <a:p xmlns:a="http://schemas.openxmlformats.org/drawingml/2006/main">
            <a:r>
              <a:t>커밋: 4ce1a356eb335cda642a09eee2054db31d674c3d</a:t>
            </a:r>
          </a:p>
          <a:p xmlns:a="http://schemas.openxmlformats.org/drawingml/2006/main">
            <a:r>
              <a:t>판정 조건: IoU 0.1에서 4개 시퀀스 MOTA의 산술평균 80% 이상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01-images-before-build.png</a:t>
            </a:r>
          </a:p>
          <a:p xmlns:a="http://schemas.openxmlformats.org/drawingml/2006/main">
            <a:r>
              <a:t>SHA-256: 5bbf1e760f710318de74e765f8cf3b4846b2d9c2dbdd714185aaa8caa60e91e4</a:t>
            </a:r>
          </a:p>
          <a:p xmlns:a="http://schemas.openxmlformats.org/drawingml/2006/main">
            <a:r>
              <a:t>촬영 시각: 2026-10-22T22:55:06.362374+09:00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02-dockerfile-v4.png</a:t>
            </a:r>
          </a:p>
          <a:p xmlns:a="http://schemas.openxmlformats.org/drawingml/2006/main">
            <a:r>
              <a:t>SHA-256: f08abffaa9b5d2cf653d8b33f0b7a5b656e56620637876f3110482a4a69b461c</a:t>
            </a:r>
          </a:p>
          <a:p xmlns:a="http://schemas.openxmlformats.org/drawingml/2006/main">
            <a:r>
              <a:t>촬영 시각: 2026-10-22T22:56:47.788791+09:00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03-image-v4-built.png</a:t>
            </a:r>
          </a:p>
          <a:p xmlns:a="http://schemas.openxmlformats.org/drawingml/2006/main">
            <a:r>
              <a:t>SHA-256: 49c38f1d358804082195ddc595ad1ffcbb858f664e36e37dbbda20d7ec46cd10</a:t>
            </a:r>
          </a:p>
          <a:p xmlns:a="http://schemas.openxmlformats.org/drawingml/2006/main">
            <a:r>
              <a:t>촬영 시각: 2026-10-22T22:57:13.910068+09:00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05-container-running.png</a:t>
            </a:r>
          </a:p>
          <a:p xmlns:a="http://schemas.openxmlformats.org/drawingml/2006/main">
            <a:r>
              <a:t>SHA-256: 8ac0d31dcf406219acebd4fd2c1f761f4355e12dff118a7a6a50da5138dacf1d</a:t>
            </a:r>
          </a:p>
          <a:p xmlns:a="http://schemas.openxmlformats.org/drawingml/2006/main">
            <a:r>
              <a:t>촬영 시각: 2026-10-22T23:12:27.358033+09:00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06-github-clone-command.png</a:t>
            </a:r>
          </a:p>
          <a:p xmlns:a="http://schemas.openxmlformats.org/drawingml/2006/main">
            <a:r>
              <a:t>SHA-256: 42e319846ec27267e9c5145a544f3097de8accba0ec1bbf02f09eabcefc8b2ef</a:t>
            </a:r>
          </a:p>
          <a:p xmlns:a="http://schemas.openxmlformats.org/drawingml/2006/main">
            <a:r>
              <a:t>촬영 시각: 2026-10-22T23:13:30.764531+09:00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07-github-clone-complete.png</a:t>
            </a:r>
          </a:p>
          <a:p xmlns:a="http://schemas.openxmlformats.org/drawingml/2006/main">
            <a:r>
              <a:t>SHA-256: df6bb84957b3983db892ea751b0aa5c7186d46f2a1a9a9aee9abebcbd7e8668f</a:t>
            </a:r>
          </a:p>
          <a:p xmlns:a="http://schemas.openxmlformats.org/drawingml/2006/main">
            <a:r>
              <a:t>촬영 시각: 2026-10-22T23:18:00.914417+09:00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08-model-runtime-verified.png</a:t>
            </a:r>
          </a:p>
          <a:p xmlns:a="http://schemas.openxmlformats.org/drawingml/2006/main">
            <a:r>
              <a:t>SHA-256: a08394363f2635db6ee64c0b79af05664ccb5f9f1a5d633b58c948f04b8e1124</a:t>
            </a:r>
          </a:p>
          <a:p xmlns:a="http://schemas.openxmlformats.org/drawingml/2006/main">
            <a:r>
              <a:t>촬영 시각: 2026-10-22T23:19:18.333434+09:00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09-model-resource-cache-validation.png</a:t>
            </a:r>
          </a:p>
          <a:p xmlns:a="http://schemas.openxmlformats.org/drawingml/2006/main">
            <a:r>
              <a:t>SHA-256: a1e0b375526f653528eaee145c7d7d124954047e7e8dd5916ab81cc6dd593f60</a:t>
            </a:r>
          </a:p>
          <a:p xmlns:a="http://schemas.openxmlformats.org/drawingml/2006/main">
            <a:r>
              <a:t>촬영 시각: 2026-10-22T23:41:31.615520+09:00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10-notebook-fresh-settings.png</a:t>
            </a:r>
          </a:p>
          <a:p xmlns:a="http://schemas.openxmlformats.org/drawingml/2006/main">
            <a:r>
              <a:t>SHA-256: dabd37330482dc76c7c5442123a5d838dc592cd2a024934f30ee694d96db6075</a:t>
            </a:r>
          </a:p>
          <a:p xmlns:a="http://schemas.openxmlformats.org/drawingml/2006/main">
            <a:r>
              <a:t>촬영 시각: 2026-10-22T23:21:23.955371+09:00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11-official-dataset-download.png</a:t>
            </a:r>
          </a:p>
          <a:p xmlns:a="http://schemas.openxmlformats.org/drawingml/2006/main">
            <a:r>
              <a:t>SHA-256: 2ea3532ecf77ddd70d0b0d6a738dfebac2965d89c17ca3466c683022d0e31e9f</a:t>
            </a:r>
          </a:p>
          <a:p xmlns:a="http://schemas.openxmlformats.org/drawingml/2006/main">
            <a:r>
              <a:t>촬영 시각: 2026-10-22T23:22:28.514855+09:00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12-dataset-ready-8931.png</a:t>
            </a:r>
          </a:p>
          <a:p xmlns:a="http://schemas.openxmlformats.org/drawingml/2006/main">
            <a:r>
              <a:t>SHA-256: c8432b6cd5178ca27f7bbb9f20cb282e41e0af556045f6582004ad25a9e6a3de</a:t>
            </a:r>
          </a:p>
          <a:p xmlns:a="http://schemas.openxmlformats.org/drawingml/2006/main">
            <a:r>
              <a:t>촬영 시각: 2026-10-22T23:32:07.548615+09:00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13-mot20-01-inference.png</a:t>
            </a:r>
          </a:p>
          <a:p xmlns:a="http://schemas.openxmlformats.org/drawingml/2006/main">
            <a:r>
              <a:t>SHA-256: 4a7169db48a011f7a4b75227cc41794445ee9113fcd6f643e44862088be72b99</a:t>
            </a:r>
          </a:p>
          <a:p xmlns:a="http://schemas.openxmlformats.org/drawingml/2006/main">
            <a:r>
              <a:t>촬영 시각: 2026-10-22T23:50:16.540401+09:00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13b-mot20-01-tracking.png</a:t>
            </a:r>
          </a:p>
          <a:p xmlns:a="http://schemas.openxmlformats.org/drawingml/2006/main">
            <a:r>
              <a:t>SHA-256: 1bae4d83612961de31d58f89f2c6f15ffb977234dbab000d7795d09f85978d69</a:t>
            </a:r>
          </a:p>
          <a:p xmlns:a="http://schemas.openxmlformats.org/drawingml/2006/main">
            <a:r>
              <a:t>촬영 시각: 2026-10-22T23:57:28.780798+09:00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14-mot20-02-inference.png</a:t>
            </a:r>
          </a:p>
          <a:p xmlns:a="http://schemas.openxmlformats.org/drawingml/2006/main">
            <a:r>
              <a:t>SHA-256: ec25303c446e9366382dbabdbe112102112c1be340f324c0926fc26b0836af39</a:t>
            </a:r>
          </a:p>
          <a:p xmlns:a="http://schemas.openxmlformats.org/drawingml/2006/main">
            <a:r>
              <a:t>촬영 시각: 2026-10-23T00:00:55.406358+09:00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14b-mot20-02-detection-complete.png</a:t>
            </a:r>
          </a:p>
          <a:p xmlns:a="http://schemas.openxmlformats.org/drawingml/2006/main">
            <a:r>
              <a:t>SHA-256: d516219d1f39c8a665854f3872a8c5f99041c57c4e4647e88fd7c98b2752c1df</a:t>
            </a:r>
          </a:p>
          <a:p xmlns:a="http://schemas.openxmlformats.org/drawingml/2006/main">
            <a:r>
              <a:t>촬영 시각: 2026-10-23T02:05:04.000449+09:00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14c-mot20-02-expanded-inference.png</a:t>
            </a:r>
          </a:p>
          <a:p xmlns:a="http://schemas.openxmlformats.org/drawingml/2006/main">
            <a:r>
              <a:t>SHA-256: 3ac08bfc6ecdd46baf089681efadd84f34f7a191589febb97a0e2ff68a8736ce</a:t>
            </a:r>
          </a:p>
          <a:p xmlns:a="http://schemas.openxmlformats.org/drawingml/2006/main">
            <a:r>
              <a:t>촬영 시각: 2026-10-23T02:19:38.055370+09:00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14d-mot20-02-completion-verified.png</a:t>
            </a:r>
          </a:p>
          <a:p xmlns:a="http://schemas.openxmlformats.org/drawingml/2006/main">
            <a:r>
              <a:t>SHA-256: 805b368801478c3cd539fd402637e33e82875249ea5df56650c942601ee722f4</a:t>
            </a:r>
          </a:p>
          <a:p xmlns:a="http://schemas.openxmlformats.org/drawingml/2006/main">
            <a:r>
              <a:t>촬영 시각: 2026-10-23T03:42:42.640891+09:00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15-mot20-03-inference.png</a:t>
            </a:r>
          </a:p>
          <a:p xmlns:a="http://schemas.openxmlformats.org/drawingml/2006/main">
            <a:r>
              <a:t>SHA-256: 5865c160a0b5d6823959dca56ebf11e49e7adecc5767c3be12fcafb26d813fc7</a:t>
            </a:r>
          </a:p>
          <a:p xmlns:a="http://schemas.openxmlformats.org/drawingml/2006/main">
            <a:r>
              <a:t>촬영 시각: 2026-10-23T02:44:44.852620+09:00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15b-mot20-03-detection-complete.png</a:t>
            </a:r>
          </a:p>
          <a:p xmlns:a="http://schemas.openxmlformats.org/drawingml/2006/main">
            <a:r>
              <a:t>SHA-256: ad358dd886a49b472ea01eae967fbad74b99126c297443c8ed4d1e6683d0c6d0</a:t>
            </a:r>
          </a:p>
          <a:p xmlns:a="http://schemas.openxmlformats.org/drawingml/2006/main">
            <a:r>
              <a:t>촬영 시각: 2026-10-23T04:19:56.946777+09:00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15c-mot20-03-completion-verified.png</a:t>
            </a:r>
          </a:p>
          <a:p xmlns:a="http://schemas.openxmlformats.org/drawingml/2006/main">
            <a:r>
              <a:t>SHA-256: 79f5ffd8157b7f5220f6a75e7554e59df65f769fa02d04812377ba8e1dd65508</a:t>
            </a:r>
          </a:p>
          <a:p xmlns:a="http://schemas.openxmlformats.org/drawingml/2006/main">
            <a:r>
              <a:t>촬영 시각: 2026-10-23T04:59:30.962214+09:00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16-mot20-05-inference.png</a:t>
            </a:r>
          </a:p>
          <a:p xmlns:a="http://schemas.openxmlformats.org/drawingml/2006/main">
            <a:r>
              <a:t>SHA-256: 83335c2fe1ba8dc98c53883ca00bee4b22a8afcdb79bc2f410406405f18a62fd</a:t>
            </a:r>
          </a:p>
          <a:p xmlns:a="http://schemas.openxmlformats.org/drawingml/2006/main">
            <a:r>
              <a:t>촬영 시각: 2026-10-23T04:59:22.124854+09:00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16b-mot20-05-detection-complete.png</a:t>
            </a:r>
          </a:p>
          <a:p xmlns:a="http://schemas.openxmlformats.org/drawingml/2006/main">
            <a:r>
              <a:t>SHA-256: a9ffd9580a37b24ae0e051b46be74b2979b0a8781cc64865622c8550c7c3813f</a:t>
            </a:r>
          </a:p>
          <a:p xmlns:a="http://schemas.openxmlformats.org/drawingml/2006/main">
            <a:r>
              <a:t>촬영 시각: 2026-10-23T08:01:56.511025+09:00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17-evaluation-table.png</a:t>
            </a:r>
          </a:p>
          <a:p xmlns:a="http://schemas.openxmlformats.org/drawingml/2006/main">
            <a:r>
              <a:t>SHA-256: 86fbb109245ba6bd22b67b957a6fd18cdea1bbd852b012bf2f34ea1b742b99d0</a:t>
            </a:r>
          </a:p>
          <a:p xmlns:a="http://schemas.openxmlformats.org/drawingml/2006/main">
            <a:r>
              <a:t>촬영 시각: 2026-10-23T09:05:08.477502+09:00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18-evaluation-chart.png</a:t>
            </a:r>
          </a:p>
          <a:p xmlns:a="http://schemas.openxmlformats.org/drawingml/2006/main">
            <a:r>
              <a:t>SHA-256: bde559686e6f140539d7769eb9ab1a79e9eedcf99dbb6c2a2085ba64a1e80c75</a:t>
            </a:r>
          </a:p>
          <a:p xmlns:a="http://schemas.openxmlformats.org/drawingml/2006/main">
            <a:r>
              <a:t>촬영 시각: 2026-10-23T09:05:07.317079+09:00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19-tracking-gallery.png</a:t>
            </a:r>
          </a:p>
          <a:p xmlns:a="http://schemas.openxmlformats.org/drawingml/2006/main">
            <a:r>
              <a:t>SHA-256: 842c1da128022e88ee058116827efe0116b4c519fa49a067090b12299344e16b</a:t>
            </a:r>
          </a:p>
          <a:p xmlns:a="http://schemas.openxmlformats.org/drawingml/2006/main">
            <a:r>
              <a:t>촬영 시각: 2026-10-23T09:05:36.469355+09:00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Chrome 작업 화면</a:t>
            </a:r>
          </a:p>
          <a:p xmlns:a="http://schemas.openxmlformats.org/drawingml/2006/main">
            <a:r>
              <a:t>이미지: 20-final-pass.png</a:t>
            </a:r>
          </a:p>
          <a:p xmlns:a="http://schemas.openxmlformats.org/drawingml/2006/main">
            <a:r>
              <a:t>SHA-256: 6b38cccc5c58508f83ed557703e973758e3193ce6209fb1888d00ad2c1b253cc</a:t>
            </a:r>
          </a:p>
          <a:p xmlns:a="http://schemas.openxmlformats.org/drawingml/2006/main">
            <a:r>
              <a:t>촬영 시각: 2026-10-23T09:07:24.912332+09:00</a:t>
            </a:r>
          </a:p>
          <a:p xmlns:a="http://schemas.openxmlformats.org/drawingml/2006/main">
            <a:r>
              <a:t>예측매니저 http://220.124.222.82:18000/fedit/predictor-creator-tool/prediction-manager</a:t>
            </a:r>
          </a:p>
          <a:p xmlns:a="http://schemas.openxmlformats.org/drawingml/2006/main">
            <a:r>
              <a:t>JupyterLab https://220.124.222.82:8080/notebook/kubeflow-user-example-com/snr-per-010-retest/lab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TrackEval 성능평가 결과</a:t>
            </a:r>
          </a:p>
          <a:p xmlns:a="http://schemas.openxmlformats.org/drawingml/2006/main">
            <a:r>
              <a:t>이미지: mota_comparison.png</a:t>
            </a:r>
          </a:p>
          <a:p xmlns:a="http://schemas.openxmlformats.org/drawingml/2006/main">
            <a:r>
              <a:t>SHA-256: 72df15d86f39b0167eb1a3e63b6e55d616f760908b360aaf9a1d499923384751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TrackEval 성능평가 결과</a:t>
            </a:r>
          </a:p>
          <a:p xmlns:a="http://schemas.openxmlformats.org/drawingml/2006/main">
            <a:r>
              <a:t>이미지: error_breakdown.png</a:t>
            </a:r>
          </a:p>
          <a:p xmlns:a="http://schemas.openxmlformats.org/drawingml/2006/main">
            <a:r>
              <a:t>SHA-256: 479be36aaf71c8b6ee43c7a906e1edb4c0cf9a15725f9c4234d1a9e932a88c4f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평가 JSON에서 작성한 결과서 표</a:t>
            </a:r>
          </a:p>
          <a:p xmlns:a="http://schemas.openxmlformats.org/drawingml/2006/main">
            <a:r>
              <a:t>이미지: metric-table.png</a:t>
            </a:r>
          </a:p>
          <a:p xmlns:a="http://schemas.openxmlformats.org/drawingml/2006/main">
            <a:r>
              <a:t>SHA-256: 82f1cc025d2863285b6266e9d9af54bd90578455368fbeaf217786ff2103019e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01-mota.png</a:t>
            </a:r>
          </a:p>
          <a:p xmlns:a="http://schemas.openxmlformats.org/drawingml/2006/main">
            <a:r>
              <a:t>SHA-256: 5f333ff9389d521e595f77297b81ded15acaae4b7c102a70c3addf900ce603fe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"01-mota.png", "title": "Sequence MOTA at IoU 0.1", "sha256": "5f333ff9389d521e595f77297b81ded15acaae4b7c102a70c3addf900ce603fe", "kind": "chart", "match_iou": 0.1}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02-error-counts.png</a:t>
            </a:r>
          </a:p>
          <a:p xmlns:a="http://schemas.openxmlformats.org/drawingml/2006/main">
            <a:r>
              <a:t>SHA-256: e0b6d97066f140af4b5b56fa73dac1f3b561bbd9dcf18f042e15f5fff0685568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"02-error-counts.png", "title": "Evaluation error counts at IoU 0.1", "sha256": "e0b6d97066f140af4b5b56fa73dac1f3b561bbd9dcf18f042e15f5fff0685568", "kind": "chart", "match_iou": 0.1}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03-idf1.png</a:t>
            </a:r>
          </a:p>
          <a:p xmlns:a="http://schemas.openxmlformats.org/drawingml/2006/main">
            <a:r>
              <a:t>SHA-256: aae97a11bf12ace362be413c80b8d6f10ad6cfe69806411a45c7792304afb094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"03-idf1.png", "title": "Sequence IDF1 at IoU 0.1", "sha256": "aae97a11bf12ace362be413c80b8d6f10ad6cfe69806411a45c7792304afb094", "kind": "chart", "match_iou": 0.1}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04-frame-coverage.png</a:t>
            </a:r>
          </a:p>
          <a:p xmlns:a="http://schemas.openxmlformats.org/drawingml/2006/main">
            <a:r>
              <a:t>SHA-256: 5a36b97f5c7ce97750efea198a175f3de9044f1f7a6a5bcbf393c42d292e7852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"04-frame-coverage.png", "title": "Processed frames by sequence", "sha256": "5a36b97f5c7ce97750efea198a175f3de9044f1f7a6a5bcbf393c42d292e7852", "kind": "chart", "match_iou": 0.1}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MOT20-01-tracking-000001.jpg</a:t>
            </a:r>
          </a:p>
          <a:p xmlns:a="http://schemas.openxmlformats.org/drawingml/2006/main">
            <a:r>
              <a:t>SHA-256: 6ded7dc8789244d5b26a288df6b4a5f73828c500f5847ebc2efe2c6db48c2b8d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"MOT20-01-tracking-000001.png", "title": "MOT20-01 frame 000001 / tracking", "sha256": "302360e96966d575893954d66a5a657094932983945e067e10130066b20de583", "kind": "tracking", "sequence": "MOT20-01", "frame": 1, "prediction_sha256": "ac8f4092b9298ffc45f484cb42ea7f250cc0313a41a8fdc3db9ec646c35115e3", "displayed_objects": 28}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MOT20-01-tracking-000062.jpg</a:t>
            </a:r>
          </a:p>
          <a:p xmlns:a="http://schemas.openxmlformats.org/drawingml/2006/main">
            <a:r>
              <a:t>SHA-256: 3e949fd6035d7186a704113ca72a9b14f02f9070204ca187090e3424db389cda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"MOT20-01-tracking-000062.png", "title": "MOT20-01 frame 000062 / tracking", "sha256": "03f973e4885907363c732558d025fdf064020510fec6c9a1b2635477ea01229b", "kind": "tracking", "sequence": "MOT20-01", "frame": 62, "prediction_sha256": "ac8f4092b9298ffc45f484cb42ea7f250cc0313a41a8fdc3db9ec646c35115e3", "displayed_objects": 42}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MOT20-01-tracking-000123.jpg</a:t>
            </a:r>
          </a:p>
          <a:p xmlns:a="http://schemas.openxmlformats.org/drawingml/2006/main">
            <a:r>
              <a:t>SHA-256: 80cd8de714828e4b927b5d0f8d8a271a21a06ee97e83daad6808827befc1230e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"MOT20-01-tracking-000123.png", "title": "MOT20-01 frame 000123 / tracking", "sha256": "c2448497be121a7875c204baef9d64f6c344e0277ff447b176e429c897ddf379", "kind": "tracking", "sequence": "MOT20-01", "frame": 123, "prediction_sha256": "ac8f4092b9298ffc45f484cb42ea7f250cc0313a41a8fdc3db9ec646c35115e3", "displayed_objects": 39}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MOT20-01-tracking-000184.jpg</a:t>
            </a:r>
          </a:p>
          <a:p xmlns:a="http://schemas.openxmlformats.org/drawingml/2006/main">
            <a:r>
              <a:t>SHA-256: ab2122325159125260b42d8c0aec867890943e886c75d08270a0b312e8dc8d54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"MOT20-01-tracking-000184.png", "title": "MOT20-01 frame 000184 / tracking", "sha256": "68f1e0d2dc9fd0ca36233c5f9ad8e32032c90731e3966a2bbce38e5c0ead5c6f", "kind": "tracking", "sequence": "MOT20-01", "frame": 184, "prediction_sha256": "ac8f4092b9298ffc45f484cb42ea7f250cc0313a41a8fdc3db9ec646c35115e3", "displayed_objects": 49}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MOT20-01-tracking-000245.jpg</a:t>
            </a:r>
          </a:p>
          <a:p xmlns:a="http://schemas.openxmlformats.org/drawingml/2006/main">
            <a:r>
              <a:t>SHA-256: 71b4851d1b4e8a3fc02ae4fe921c094555db74ea178251d636c519a34a2b3e5d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"MOT20-01-tracking-000245.png", "title": "MOT20-01 frame 000245 / tracking", "sha256": "5674bcfeab454d3fbcdebcf6d4a33530f94ed51b39738589c359d08c2d730fef", "kind": "tracking", "sequence": "MOT20-01", "frame": 245, "prediction_sha256": "ac8f4092b9298ffc45f484cb42ea7f250cc0313a41a8fdc3db9ec646c35115e3", "displayed_objects": 57}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MOT20-01-tracking-000306.jpg</a:t>
            </a:r>
          </a:p>
          <a:p xmlns:a="http://schemas.openxmlformats.org/drawingml/2006/main">
            <a:r>
              <a:t>SHA-256: 7981156706ef0397d849b383809687d2de20875d050fa79217b935bbfdfb2671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"MOT20-01-tracking-000306.png", "title": "MOT20-01 frame 000306 / tracking", "sha256": "ec4eddc75640bd5164fc1acb37b4b187f66a8bd1cdf6f9ad45fe6643819288f7", "kind": "tracking", "sequence": "MOT20-01", "frame": 306, "prediction_sha256": "ac8f4092b9298ffc45f484cb42ea7f250cc0313a41a8fdc3db9ec646c35115e3", "displayed_objects": 44}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MOT20-01-tracking-000367.jpg</a:t>
            </a:r>
          </a:p>
          <a:p xmlns:a="http://schemas.openxmlformats.org/drawingml/2006/main">
            <a:r>
              <a:t>SHA-256: 04ecf85db8f6e8421cb2b77da24c54b0b00ad477f52e965da60af21cc703115e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"MOT20-01-tracking-000367.png", "title": "MOT20-01 frame 000367 / tracking", "sha256": "a4c2361731f531ace2d06a9aefcdebe9411b7f433fae77c1b242b7ba0a038022", "kind": "tracking", "sequence": "MOT20-01", "frame": 367, "prediction_sha256": "ac8f4092b9298ffc45f484cb42ea7f250cc0313a41a8fdc3db9ec646c35115e3", "displayed_objects": 47}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MOT20-01-tracking-000429.jpg</a:t>
            </a:r>
          </a:p>
          <a:p xmlns:a="http://schemas.openxmlformats.org/drawingml/2006/main">
            <a:r>
              <a:t>SHA-256: d26e096b60fff4596f3d8c3261400483fd5e93cd59ede7aead231cb15b3ea03d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"MOT20-01-tracking-000429.png", "title": "MOT20-01 frame 000429 / tracking", "sha256": "fc8cc3d4162215b3558f2c63057523ccfcb2f3132c9279ae4ae2503d236338aa", "kind": "tracking", "sequence": "MOT20-01", "frame": 429, "prediction_sha256": "ac8f4092b9298ffc45f484cb42ea7f250cc0313a41a8fdc3db9ec646c35115e3", "displayed_objects": 46}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MOT20-01-trajectory-000143.jpg</a:t>
            </a:r>
          </a:p>
          <a:p xmlns:a="http://schemas.openxmlformats.org/drawingml/2006/main">
            <a:r>
              <a:t>SHA-256: c716dcd5788110ca5f3e33049d74c6e0606e54d426b02ae0550e7bc80a4aff67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"MOT20-01-trajectory-000143.png", "title": "MOT20-01 frame 000143 / trajectory", "sha256": "d19187a39c376827369ec574c346f312837c9bc9899a6a19df63214f9fed49fd", "kind": "trajectory", "sequence": "MOT20-01", "frame": 143, "prediction_sha256": "ac8f4092b9298ffc45f484cb42ea7f250cc0313a41a8fdc3db9ec646c35115e3", "displayed_objects": 45}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MOT20-01-trajectory-000286.jpg</a:t>
            </a:r>
          </a:p>
          <a:p xmlns:a="http://schemas.openxmlformats.org/drawingml/2006/main">
            <a:r>
              <a:t>SHA-256: 2e4b1f4c410177d5679f03997a750cc5279e0973798d9fba453c028bce521331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"MOT20-01-trajectory-000286.png", "title": "MOT20-01 frame 000286 / trajectory", "sha256": "6d2f07aa2b316274ada17427f5b3f8190453b5667bbcd121b4ba97f90337b01e", "kind": "trajectory", "sequence": "MOT20-01", "frame": 286, "prediction_sha256": "ac8f4092b9298ffc45f484cb42ea7f250cc0313a41a8fdc3db9ec646c35115e3", "displayed_objects": 51}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MOT20-01-trajectory-000429.jpg</a:t>
            </a:r>
          </a:p>
          <a:p xmlns:a="http://schemas.openxmlformats.org/drawingml/2006/main">
            <a:r>
              <a:t>SHA-256: b6c88dd14b076c9d21179f07ac2422601b3310f23795c9f5e91d110d1471248a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"MOT20-01-trajectory-000429.png", "title": "MOT20-01 frame 000429 / trajectory", "sha256": "7236a9b95ef543e7979b40aaedd8ae88e97414fa0b2eb384743fac141136f640", "kind": "trajectory", "sequence": "MOT20-01", "frame": 429, "prediction_sha256": "ac8f4092b9298ffc45f484cb42ea7f250cc0313a41a8fdc3db9ec646c35115e3", "displayed_objects": 46}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MOT20-02-tracking-000001.jpg</a:t>
            </a:r>
          </a:p>
          <a:p xmlns:a="http://schemas.openxmlformats.org/drawingml/2006/main">
            <a:r>
              <a:t>SHA-256: 8a0e446dda63dc51d79279935215da9a6fd7850f5d3a089d404df44328825399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"MOT20-02-tracking-000001.png", "title": "MOT20-02 frame 000001 / tracking", "sha256": "bb1b8ecf61e9f09f168572f918336b3d2382355d91135b20c584d4628e60ef18", "kind": "tracking", "sequence": "MOT20-02", "frame": 1, "prediction_sha256": "8badfc1cb61f4f6b718f528d7d1c6d01149ca2d03052fd787a4570561bf27526", "displayed_objects": 24}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MOT20-02-tracking-000398.jpg</a:t>
            </a:r>
          </a:p>
          <a:p xmlns:a="http://schemas.openxmlformats.org/drawingml/2006/main">
            <a:r>
              <a:t>SHA-256: 7521f0723618439969b0ed1dc2d8fa37fd24358d9d31b64ad0627351d3cf8172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"MOT20-02-tracking-000398.png", "title": "MOT20-02 frame 000398 / tracking", "sha256": "32bfb115cccea532cbdfdc4691e9fbef5b61a064ef4950f1c656ccb0b956c604", "kind": "tracking", "sequence": "MOT20-02", "frame": 398, "prediction_sha256": "8badfc1cb61f4f6b718f528d7d1c6d01149ca2d03052fd787a4570561bf27526", "displayed_objects": 35}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MOT20-02-tracking-000795.jpg</a:t>
            </a:r>
          </a:p>
          <a:p xmlns:a="http://schemas.openxmlformats.org/drawingml/2006/main">
            <a:r>
              <a:t>SHA-256: b34abfd83973d8011d408ed8990dbcff913fa5873718cbf47e69e4de3a32acb0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"MOT20-02-tracking-000795.png", "title": "MOT20-02 frame 000795 / tracking", "sha256": "a86913a0d8eaa90b52759a28e2595497cba6d2b44cf73dff98df6052ca90436c", "kind": "tracking", "sequence": "MOT20-02", "frame": 795, "prediction_sha256": "8badfc1cb61f4f6b718f528d7d1c6d01149ca2d03052fd787a4570561bf27526", "displayed_objects": 45}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MOT20-02-tracking-001192.jpg</a:t>
            </a:r>
          </a:p>
          <a:p xmlns:a="http://schemas.openxmlformats.org/drawingml/2006/main">
            <a:r>
              <a:t>SHA-256: 756fced313b16556f4189365dddbbee7aadaa14628edbe9bdb4e43071c41a6ff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"MOT20-02-tracking-001192.png", "title": "MOT20-02 frame 001192 / tracking", "sha256": "0ac3949adb5cce50ffc28df2aaabb5a75174cbee9370ca3a12aefc87e2b4568b", "kind": "tracking", "sequence": "MOT20-02", "frame": 1192, "prediction_sha256": "8badfc1cb61f4f6b718f528d7d1c6d01149ca2d03052fd787a4570561bf27526", "displayed_objects": 44}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MOT20-02-tracking-001590.jpg</a:t>
            </a:r>
          </a:p>
          <a:p xmlns:a="http://schemas.openxmlformats.org/drawingml/2006/main">
            <a:r>
              <a:t>SHA-256: 7338995d5b2d51270d5b94e3f41514440d8010df3e55e2e8c8ac48eb4bcdd2ed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"MOT20-02-tracking-001590.png", "title": "MOT20-02 frame 001590 / tracking", "sha256": "f76bc20db1b76cb26cfe47eee741f5c33bf25320478c7aec0f0f0cb24a56dade", "kind": "tracking", "sequence": "MOT20-02", "frame": 1590, "prediction_sha256": "8badfc1cb61f4f6b718f528d7d1c6d01149ca2d03052fd787a4570561bf27526", "displayed_objects": 70}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MOT20-02-tracking-001987.jpg</a:t>
            </a:r>
          </a:p>
          <a:p xmlns:a="http://schemas.openxmlformats.org/drawingml/2006/main">
            <a:r>
              <a:t>SHA-256: a3800b7cdf36df06d00668608afcc2b1dcb0e487827c573bd61de67f9657d377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"MOT20-02-tracking-001987.png", "title": "MOT20-02 frame 001987 / tracking", "sha256": "80c6b4af2f960f49434836c180f375dcbdc8928ef937bbd45cad9914cb2fde6a", "kind": "tracking", "sequence": "MOT20-02", "frame": 1987, "prediction_sha256": "8badfc1cb61f4f6b718f528d7d1c6d01149ca2d03052fd787a4570561bf27526", "displayed_objects": 97}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MOT20-02-tracking-002384.jpg</a:t>
            </a:r>
          </a:p>
          <a:p xmlns:a="http://schemas.openxmlformats.org/drawingml/2006/main">
            <a:r>
              <a:t>SHA-256: 8f587bbbfc260e3420458b9aca34894ea83ade03aea1d514ac5e9753f30c19cd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"MOT20-02-tracking-002384.png", "title": "MOT20-02 frame 002384 / tracking", "sha256": "f7ac505c408b7b80e0057e2a675e03bedd4b2e5f718d45b9c07a25eac2950e15", "kind": "tracking", "sequence": "MOT20-02", "frame": 2384, "prediction_sha256": "8badfc1cb61f4f6b718f528d7d1c6d01149ca2d03052fd787a4570561bf27526", "displayed_objects": 65}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MOT20-02-tracking-002782.jpg</a:t>
            </a:r>
          </a:p>
          <a:p xmlns:a="http://schemas.openxmlformats.org/drawingml/2006/main">
            <a:r>
              <a:t>SHA-256: 79731486aeb3c0c6cce5e9619c655113f6ec0cea2642f9d29abed209a52dbf7d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"MOT20-02-tracking-002782.png", "title": "MOT20-02 frame 002782 / tracking", "sha256": "04bf9b4ab722af74d8996ff6b2e374ba934b975b0120a53e807b3631124f6bd7", "kind": "tracking", "sequence": "MOT20-02", "frame": 2782, "prediction_sha256": "8badfc1cb61f4f6b718f528d7d1c6d01149ca2d03052fd787a4570561bf27526", "displayed_objects": 28}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MOT20-02-trajectory-000927.jpg</a:t>
            </a:r>
          </a:p>
          <a:p xmlns:a="http://schemas.openxmlformats.org/drawingml/2006/main">
            <a:r>
              <a:t>SHA-256: babf9593675977d2b125ae01b03aabb262836e8fb0740a550b8b4f50676f217e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"MOT20-02-trajectory-000927.png", "title": "MOT20-02 frame 000927 / trajectory", "sha256": "78da9bae65adee8252aa5f2dcd2d33ca81f7a0d8bc427fdeb1224ab0f77b79bf", "kind": "trajectory", "sequence": "MOT20-02", "frame": 927, "prediction_sha256": "8badfc1cb61f4f6b718f528d7d1c6d01149ca2d03052fd787a4570561bf27526", "displayed_objects": 55}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MOT20-02-trajectory-001854.jpg</a:t>
            </a:r>
          </a:p>
          <a:p xmlns:a="http://schemas.openxmlformats.org/drawingml/2006/main">
            <a:r>
              <a:t>SHA-256: e5e494fc819c139e6a005265b9311a03cf084590407cf8fb57f85c1277794314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"MOT20-02-trajectory-001854.png", "title": "MOT20-02 frame 001854 / trajectory", "sha256": "7d2b1fa5a698ca0adf9a66256fd67d9b4a28f36286b08316fee1591a8e4a9fe2", "kind": "trajectory", "sequence": "MOT20-02", "frame": 1854, "prediction_sha256": "8badfc1cb61f4f6b718f528d7d1c6d01149ca2d03052fd787a4570561bf27526", "displayed_objects": 86}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MOT20-02-trajectory-002782.jpg</a:t>
            </a:r>
          </a:p>
          <a:p xmlns:a="http://schemas.openxmlformats.org/drawingml/2006/main">
            <a:r>
              <a:t>SHA-256: 22a160db8f535dcf3bd9c3ad8f3eb334bf9faa896ec27078fca6f58451fb1b0d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"MOT20-02-trajectory-002782.png", "title": "MOT20-02 frame 002782 / trajectory", "sha256": "615f67e2d9c8fc36738376b17543834cc1f693b67ffeb662156b9c80cef3446d", "kind": "trajectory", "sequence": "MOT20-02", "frame": 2782, "prediction_sha256": "8badfc1cb61f4f6b718f528d7d1c6d01149ca2d03052fd787a4570561bf27526", "displayed_objects": 28}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MOT20-03-tracking-000001.jpg</a:t>
            </a:r>
          </a:p>
          <a:p xmlns:a="http://schemas.openxmlformats.org/drawingml/2006/main">
            <a:r>
              <a:t>SHA-256: 1d6e1d42f8f8fde3debe8161ff77f1e16646f5e3d7f2e1559bf3157a98d5ced7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"MOT20-03-tracking-000001.png", "title": "MOT20-03 frame 000001 / tracking", "sha256": "7b614a7d5101058c14d3670a7341c70ba0d929f2c15ed5e606948ca7d447db8d", "kind": "tracking", "sequence": "MOT20-03", "frame": 1, "prediction_sha256": "83c3be588ac5a8f8a6c3ff8d0cbad8b3a2a07d6086cbc1b3ece75e1b36d5bf4a", "displayed_objects": 70}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MOT20-03-tracking-000344.jpg</a:t>
            </a:r>
          </a:p>
          <a:p xmlns:a="http://schemas.openxmlformats.org/drawingml/2006/main">
            <a:r>
              <a:t>SHA-256: 0eef3bf5bc7a5f80f907ee9aaef0c28e29ad5d5c3327f77c54ecfe3376e53184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"MOT20-03-tracking-000344.png", "title": "MOT20-03 frame 000344 / tracking", "sha256": "0e600cb1a50b59f73935da46f32445cbd8605e307efdd4199a5a96def819e641", "kind": "tracking", "sequence": "MOT20-03", "frame": 344, "prediction_sha256": "83c3be588ac5a8f8a6c3ff8d0cbad8b3a2a07d6086cbc1b3ece75e1b36d5bf4a", "displayed_objects": 102}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MOT20-03-tracking-000687.jpg</a:t>
            </a:r>
          </a:p>
          <a:p xmlns:a="http://schemas.openxmlformats.org/drawingml/2006/main">
            <a:r>
              <a:t>SHA-256: 43317e89a39c4a163bcb2e45467f05a8e7da6421ab3c6519b90d6c9dbb8a340a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"MOT20-03-tracking-000687.png", "title": "MOT20-03 frame 000687 / tracking", "sha256": "1190071cb4f5c5c77a09d8ed4840e0d9497c01bc68e18f0a63c4221b7c0d4443", "kind": "tracking", "sequence": "MOT20-03", "frame": 687, "prediction_sha256": "83c3be588ac5a8f8a6c3ff8d0cbad8b3a2a07d6086cbc1b3ece75e1b36d5bf4a", "displayed_objects": 114}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MOT20-03-tracking-001031.jpg</a:t>
            </a:r>
          </a:p>
          <a:p xmlns:a="http://schemas.openxmlformats.org/drawingml/2006/main">
            <a:r>
              <a:t>SHA-256: b9429973790d347d805e7bcef5049cacf650d8d7b5d378ad2950a5db0e57a515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"MOT20-03-tracking-001031.png", "title": "MOT20-03 frame 001031 / tracking", "sha256": "57bede983a2d565430929454f64755851913e703aa11cd27d82210f36eb9249d", "kind": "tracking", "sequence": "MOT20-03", "frame": 1031, "prediction_sha256": "83c3be588ac5a8f8a6c3ff8d0cbad8b3a2a07d6086cbc1b3ece75e1b36d5bf4a", "displayed_objects": 113}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MOT20-03-tracking-001374.jpg</a:t>
            </a:r>
          </a:p>
          <a:p xmlns:a="http://schemas.openxmlformats.org/drawingml/2006/main">
            <a:r>
              <a:t>SHA-256: f6b3b025ffeb2ff91ce060bebe7e36203dbd28dc741d0bcea5741bc4cc781873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"MOT20-03-tracking-001374.png", "title": "MOT20-03 frame 001374 / tracking", "sha256": "10521dfa46fbc17b950198b56c80ce1504f947781a55066f3f1919939442ae08", "kind": "tracking", "sequence": "MOT20-03", "frame": 1374, "prediction_sha256": "83c3be588ac5a8f8a6c3ff8d0cbad8b3a2a07d6086cbc1b3ece75e1b36d5bf4a", "displayed_objects": 136}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MOT20-03-tracking-001718.jpg</a:t>
            </a:r>
          </a:p>
          <a:p xmlns:a="http://schemas.openxmlformats.org/drawingml/2006/main">
            <a:r>
              <a:t>SHA-256: ace365c17cd863501f01a011ae86a99e38a4dff3d8131db0cb5ad2e66f65c403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"MOT20-03-tracking-001718.png", "title": "MOT20-03 frame 001718 / tracking", "sha256": "29eefcab4277ea31958c261939aaf7e96bbb766825afbfa2c32fd6610505d4aa", "kind": "tracking", "sequence": "MOT20-03", "frame": 1718, "prediction_sha256": "83c3be588ac5a8f8a6c3ff8d0cbad8b3a2a07d6086cbc1b3ece75e1b36d5bf4a", "displayed_objects": 161}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MOT20-03-tracking-002061.jpg</a:t>
            </a:r>
          </a:p>
          <a:p xmlns:a="http://schemas.openxmlformats.org/drawingml/2006/main">
            <a:r>
              <a:t>SHA-256: f453031572cbfee51889c8d8c04b0beb05bc2edeac458a2e5ce8963060981e6b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"MOT20-03-tracking-002061.png", "title": "MOT20-03 frame 002061 / tracking", "sha256": "f53dfe87c383c48d973e28ab494909413f752230c41e8c58ea2b988779797e04", "kind": "tracking", "sequence": "MOT20-03", "frame": 2061, "prediction_sha256": "83c3be588ac5a8f8a6c3ff8d0cbad8b3a2a07d6086cbc1b3ece75e1b36d5bf4a", "displayed_objects": 172}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MOT20-03-tracking-002405.jpg</a:t>
            </a:r>
          </a:p>
          <a:p xmlns:a="http://schemas.openxmlformats.org/drawingml/2006/main">
            <a:r>
              <a:t>SHA-256: 82fbfa5aee011c66738a24b1d6294f71665ae9fb2c2a81798f0bc7b698aa5d9a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"MOT20-03-tracking-002405.png", "title": "MOT20-03 frame 002405 / tracking", "sha256": "08354ebfdece48126c310f0bc146615b27d1344091fb3c0e3c3de50c0af4505b", "kind": "tracking", "sequence": "MOT20-03", "frame": 2405, "prediction_sha256": "83c3be588ac5a8f8a6c3ff8d0cbad8b3a2a07d6086cbc1b3ece75e1b36d5bf4a", "displayed_objects": 160}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MOT20-03-trajectory-000801.jpg</a:t>
            </a:r>
          </a:p>
          <a:p xmlns:a="http://schemas.openxmlformats.org/drawingml/2006/main">
            <a:r>
              <a:t>SHA-256: b40c94a07b625a349450900929ad253280303e459d8e6d08f323cea76be2c7c2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"MOT20-03-trajectory-000801.png", "title": "MOT20-03 frame 000801 / trajectory", "sha256": "624e33db0e690c6779d1299678773973c7e47ffa36091c2896bd5c08c7f271f3", "kind": "trajectory", "sequence": "MOT20-03", "frame": 801, "prediction_sha256": "83c3be588ac5a8f8a6c3ff8d0cbad8b3a2a07d6086cbc1b3ece75e1b36d5bf4a", "displayed_objects": 110}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MOT20-03-trajectory-001603.jpg</a:t>
            </a:r>
          </a:p>
          <a:p xmlns:a="http://schemas.openxmlformats.org/drawingml/2006/main">
            <a:r>
              <a:t>SHA-256: 249fe70a47e77461a5e8022c4c79722315f687f8bbb91000703215b31ef9bb1f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"MOT20-03-trajectory-001603.png", "title": "MOT20-03 frame 001603 / trajectory", "sha256": "079663aefd85c1dbd73bdbb0a6cd3db123080c3b6a22c7c78024f341b5787407", "kind": "trajectory", "sequence": "MOT20-03", "frame": 1603, "prediction_sha256": "83c3be588ac5a8f8a6c3ff8d0cbad8b3a2a07d6086cbc1b3ece75e1b36d5bf4a", "displayed_objects": 154}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MOT20-03-trajectory-002405.jpg</a:t>
            </a:r>
          </a:p>
          <a:p xmlns:a="http://schemas.openxmlformats.org/drawingml/2006/main">
            <a:r>
              <a:t>SHA-256: 1831711d0c4097ce3c2809cece5aebca801277153583f70b409b0df7d8c3faa1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"MOT20-03-trajectory-002405.png", "title": "MOT20-03 frame 002405 / trajectory", "sha256": "d8223caa5dec0af6e3391247d21bf0515752b04c521c457099ecc1fb72bac663", "kind": "trajectory", "sequence": "MOT20-03", "frame": 2405, "prediction_sha256": "83c3be588ac5a8f8a6c3ff8d0cbad8b3a2a07d6086cbc1b3ece75e1b36d5bf4a", "displayed_objects": 160}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MOT20-05-tracking-000001.jpg</a:t>
            </a:r>
          </a:p>
          <a:p xmlns:a="http://schemas.openxmlformats.org/drawingml/2006/main">
            <a:r>
              <a:t>SHA-256: 2b61dd4b38a78ccca6fbc661e8b95e28a6819a2626c205f1f47682d6b5d90872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"MOT20-05-tracking-000001.png", "title": "MOT20-05 frame 000001 / tracking", "sha256": "b74629f3cc250021ef90f93c24b2d2a83dea1866fc6346a47084292e6dc3bcd7", "kind": "tracking", "sequence": "MOT20-05", "frame": 1, "prediction_sha256": "7c37677fb175cf868bf85ed559e0924acb601bf2ba4b0187bd99cb8882c05153", "displayed_objects": 186}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MOT20-05-tracking-000474.jpg</a:t>
            </a:r>
          </a:p>
          <a:p xmlns:a="http://schemas.openxmlformats.org/drawingml/2006/main">
            <a:r>
              <a:t>SHA-256: 8d5eb991537101b98d5a67cdb5a4353697d52e2bdfd29b5ee35d766fc0af4eaf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"MOT20-05-tracking-000474.png", "title": "MOT20-05 frame 000474 / tracking", "sha256": "6dddb999400d9d30e83abd3c035a9760a24f56acce34491612b797bc94f4b474", "kind": "tracking", "sequence": "MOT20-05", "frame": 474, "prediction_sha256": "7c37677fb175cf868bf85ed559e0924acb601bf2ba4b0187bd99cb8882c05153", "displayed_objects": 194}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MOT20-05-tracking-000947.jpg</a:t>
            </a:r>
          </a:p>
          <a:p xmlns:a="http://schemas.openxmlformats.org/drawingml/2006/main">
            <a:r>
              <a:t>SHA-256: 698786ebfbbc42cafe35e9609a25f9bc37d3a293e14cc17af21e6678bd756078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"MOT20-05-tracking-000947.png", "title": "MOT20-05 frame 000947 / tracking", "sha256": "80973381890b09f52ad0d99b17414079bf5a16483e1aaa414c3c29184adef705", "kind": "tracking", "sequence": "MOT20-05", "frame": 947, "prediction_sha256": "7c37677fb175cf868bf85ed559e0924acb601bf2ba4b0187bd99cb8882c05153", "displayed_objects": 215}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MOT20-05-tracking-001421.jpg</a:t>
            </a:r>
          </a:p>
          <a:p xmlns:a="http://schemas.openxmlformats.org/drawingml/2006/main">
            <a:r>
              <a:t>SHA-256: 1086bd59158448d57dd15005c2552d8e6f1a34f2286abb5abcf1d9c9bae21571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"MOT20-05-tracking-001421.png", "title": "MOT20-05 frame 001421 / tracking", "sha256": "260eca11e33d35ba100a6e8af2d41d908b2bf38b3cda762110ae73290e7c36ee", "kind": "tracking", "sequence": "MOT20-05", "frame": 1421, "prediction_sha256": "7c37677fb175cf868bf85ed559e0924acb601bf2ba4b0187bd99cb8882c05153", "displayed_objects": 215}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MOT20-05-tracking-001894.jpg</a:t>
            </a:r>
          </a:p>
          <a:p xmlns:a="http://schemas.openxmlformats.org/drawingml/2006/main">
            <a:r>
              <a:t>SHA-256: 4bad1be09cc94c7bdad0f174411ca3007778a66ce8bb2286756e9061144b042d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"MOT20-05-tracking-001894.png", "title": "MOT20-05 frame 001894 / tracking", "sha256": "a804ec411600b252341c640d13f0c12c7d4264220083aff41633b1e937badbfe", "kind": "tracking", "sequence": "MOT20-05", "frame": 1894, "prediction_sha256": "7c37677fb175cf868bf85ed559e0924acb601bf2ba4b0187bd99cb8882c05153", "displayed_objects": 228}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MOT20-05-tracking-002368.jpg</a:t>
            </a:r>
          </a:p>
          <a:p xmlns:a="http://schemas.openxmlformats.org/drawingml/2006/main">
            <a:r>
              <a:t>SHA-256: 1f2f137a3c82e603e78c9226dd24b84494904607b0f32b33d64d4b549d497bf8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"MOT20-05-tracking-002368.png", "title": "MOT20-05 frame 002368 / tracking", "sha256": "cb315823f0cd49e2231a25d12169c94d427a43543612b9cb4b601e5a843b262b", "kind": "tracking", "sequence": "MOT20-05", "frame": 2368, "prediction_sha256": "7c37677fb175cf868bf85ed559e0924acb601bf2ba4b0187bd99cb8882c05153", "displayed_objects": 189}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MOT20-05-tracking-002841.jpg</a:t>
            </a:r>
          </a:p>
          <a:p xmlns:a="http://schemas.openxmlformats.org/drawingml/2006/main">
            <a:r>
              <a:t>SHA-256: acda67db0df62c6a9dcc8b9faa72e19bd316263a3b63da942ef02e9848454e41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"MOT20-05-tracking-002841.png", "title": "MOT20-05 frame 002841 / tracking", "sha256": "544acb4e9c338c115e0eb81431ef2586823f63e477f63659d1943baf7f6a5cb4", "kind": "tracking", "sequence": "MOT20-05", "frame": 2841, "prediction_sha256": "7c37677fb175cf868bf85ed559e0924acb601bf2ba4b0187bd99cb8882c05153", "displayed_objects": 224}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MOT20-05-tracking-003315.jpg</a:t>
            </a:r>
          </a:p>
          <a:p xmlns:a="http://schemas.openxmlformats.org/drawingml/2006/main">
            <a:r>
              <a:t>SHA-256: 1948bf54a38f76a39914447c7bfa4015ba022bd3698160ee3dc20470e6d44d0d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"MOT20-05-tracking-003315.png", "title": "MOT20-05 frame 003315 / tracking", "sha256": "b96cfb6c1d39b6e65ed815e3f94ab1971a07df317ff0da6fea18bdb86129e842", "kind": "tracking", "sequence": "MOT20-05", "frame": 3315, "prediction_sha256": "7c37677fb175cf868bf85ed559e0924acb601bf2ba4b0187bd99cb8882c05153", "displayed_objects": 199}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MOT20-05-trajectory-001105.jpg</a:t>
            </a:r>
          </a:p>
          <a:p xmlns:a="http://schemas.openxmlformats.org/drawingml/2006/main">
            <a:r>
              <a:t>SHA-256: e68d7e03e49ab6c6d02847e2012d531fce3e984b0d0cbaa0bc6cd23b71e5a1d2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"MOT20-05-trajectory-001105.png", "title": "MOT20-05 frame 001105 / trajectory", "sha256": "205345ec26bea3736678ccdeb45d3d873a2900385a53dcc860750b44ed403cd1", "kind": "trajectory", "sequence": "MOT20-05", "frame": 1105, "prediction_sha256": "7c37677fb175cf868bf85ed559e0924acb601bf2ba4b0187bd99cb8882c05153", "displayed_objects": 209}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MOT20-05-trajectory-002210.jpg</a:t>
            </a:r>
          </a:p>
          <a:p xmlns:a="http://schemas.openxmlformats.org/drawingml/2006/main">
            <a:r>
              <a:t>SHA-256: 2a7bda2322f81af02ce81bb0a34d6aa425d7ede4ed2634c78d47e9f06c7184de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"MOT20-05-trajectory-002210.png", "title": "MOT20-05 frame 002210 / trajectory", "sha256": "41df1cb9e1e9a1883df01e2908f9a4c43632555406fadf842615acf282ea5d84", "kind": "trajectory", "sequence": "MOT20-05", "frame": 2210, "prediction_sha256": "7c37677fb175cf868bf85ed559e0924acb601bf2ba4b0187bd99cb8882c05153", "displayed_objects": 198}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MOT20 공식 데이터셋과 서버 추론 결과</a:t>
            </a:r>
          </a:p>
          <a:p xmlns:a="http://schemas.openxmlformats.org/drawingml/2006/main">
            <a:r>
              <a:t>이미지: MOT20-05-trajectory-003315.jpg</a:t>
            </a:r>
          </a:p>
          <a:p xmlns:a="http://schemas.openxmlformats.org/drawingml/2006/main">
            <a:r>
              <a:t>SHA-256: 6847707f0ac93a0787d0cedf1cfb431cec1976f12c35b181a435e91b911bf532</a:t>
            </a:r>
          </a:p>
          <a:p xmlns:a="http://schemas.openxmlformats.org/drawingml/2006/main">
            <a:r>
              <a:t>데이터셋 https://motchallenge.net/data/MOT20.zip</a:t>
            </a:r>
          </a:p>
          <a:p xmlns:a="http://schemas.openxmlformats.org/drawingml/2006/main">
            <a:r>
              <a:t>평가 IoU 0.1</a:t>
            </a:r>
          </a:p>
          <a:p xmlns:a="http://schemas.openxmlformats.org/drawingml/2006/main">
            <a:r>
              <a:t>{"file": "MOT20-05-trajectory-003315.png", "title": "MOT20-05 frame 003315 / trajectory", "sha256": "369c7e62046456fd33b669d1f93d1358f09272e22636c76804fb8160979326a5", "kind": "trajectory", "sequence": "MOT20-05", "frame": 3315, "prediction_sha256": "7c37677fb175cf868bf85ed559e0924acb601bf2ba4b0187bd99cb8882c05153", "displayed_objects": 199}</a:t>
            </a:r>
          </a:p>
          <a:p xmlns:a="http://schemas.openxmlformats.org/drawingml/2006/main">
            <a:r>
              <a:t>프레젠테이션용 JPEG 사본(품질 98, 4:4:4). 원본 PNG는 평가 결과에 보존합니다.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743ed4e8f4a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1804188b245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ea4535b5c4d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1770389145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844bf9d1a47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bda887cc946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83D4D4-845C-4A99-9263-A048612F1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3970D9-429C-40FD-A43F-F8A74D8EA2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4B3E46-C199-4E02-8A6B-9539FD19D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9B0FA9-1800-4A57-99E8-F55E024D5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FC405B-64E0-4E6A-AA44-C8AB487FD9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FA63D5-3787-47E3-B2DA-38C98503B4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874F1B-DF01-44B3-B831-581E23972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8AF1C9-6770-4B06-BEF5-25A752EE3D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52E7F-6EF9-42B6-8F35-E6781BBD23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001CFE-FCA5-4365-BF6A-68899368F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5f845035740eb" /><Relationship Type="http://schemas.openxmlformats.org/officeDocument/2006/relationships/slideLayout" Target="/ppt/slideLayouts/slideLayout1.xml" Id="R5c3f015bc9134f1c" /><Relationship Type="http://schemas.openxmlformats.org/officeDocument/2006/relationships/slideLayout" Target="/ppt/slideLayouts/slideLayout2.xml" Id="Rf5d252db7692429e" /><Relationship Type="http://schemas.openxmlformats.org/officeDocument/2006/relationships/slideLayout" Target="/ppt/slideLayouts/slideLayout3.xml" Id="Rd379d96013c1429c" /><Relationship Type="http://schemas.openxmlformats.org/officeDocument/2006/relationships/slideLayout" Target="/ppt/slideLayouts/slideLayout4.xml" Id="Rfce8a5467d93403f" /><Relationship Type="http://schemas.openxmlformats.org/officeDocument/2006/relationships/slideLayout" Target="/ppt/slideLayouts/slideLayout5.xml" Id="R54a3f6c52b514386" /><Relationship Type="http://schemas.openxmlformats.org/officeDocument/2006/relationships/slideLayout" Target="/ppt/slideLayouts/slideLayout6.xml" Id="Ra9507864d21f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f015bc9134f1c"/>
    <p:sldLayoutId xmlns:r="http://schemas.openxmlformats.org/officeDocument/2006/relationships" id="2147483650" r:id="Rf5d252db7692429e"/>
    <p:sldLayoutId xmlns:r="http://schemas.openxmlformats.org/officeDocument/2006/relationships" id="2147483651" r:id="Rd379d96013c1429c"/>
    <p:sldLayoutId xmlns:r="http://schemas.openxmlformats.org/officeDocument/2006/relationships" id="2147483652" r:id="Rfce8a5467d93403f"/>
    <p:sldLayoutId xmlns:r="http://schemas.openxmlformats.org/officeDocument/2006/relationships" id="2147483653" r:id="R54a3f6c52b514386"/>
    <p:sldLayoutId xmlns:r="http://schemas.openxmlformats.org/officeDocument/2006/relationships" id="2147483654" r:id="Ra9507864d21f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179b9c0ea4dd9" /><Relationship Type="http://schemas.openxmlformats.org/officeDocument/2006/relationships/notesSlide" Target="/ppt/notesSlides/notesSlide1.xml" Id="Rc5328ee5227d45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5d07fffc84ef1" /><Relationship Type="http://schemas.openxmlformats.org/officeDocument/2006/relationships/image" Target="/ppt/media/image.jpeg" Id="R436c6ef4f42c419d" /><Relationship Type="http://schemas.openxmlformats.org/officeDocument/2006/relationships/notesSlide" Target="/ppt/notesSlides/notesSlide2.xml" Id="Ra0b1bc56027d4d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2d3bb82d0443b" /><Relationship Type="http://schemas.openxmlformats.org/officeDocument/2006/relationships/image" Target="/ppt/media/image2.jpeg" Id="Rcd3e251eb2804e53" /><Relationship Type="http://schemas.openxmlformats.org/officeDocument/2006/relationships/notesSlide" Target="/ppt/notesSlides/notesSlide3.xml" Id="R568521f0ecee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1dc3caa524316" /><Relationship Type="http://schemas.openxmlformats.org/officeDocument/2006/relationships/image" Target="/ppt/media/image3.jpeg" Id="R14118bb9bca547f7" /><Relationship Type="http://schemas.openxmlformats.org/officeDocument/2006/relationships/notesSlide" Target="/ppt/notesSlides/notesSlide4.xml" Id="Rccb4b624495d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ed1d336af4076" /><Relationship Type="http://schemas.openxmlformats.org/officeDocument/2006/relationships/image" Target="/ppt/media/image4.jpeg" Id="R721e800dc3ba434a" /><Relationship Type="http://schemas.openxmlformats.org/officeDocument/2006/relationships/notesSlide" Target="/ppt/notesSlides/notesSlide5.xml" Id="Re36bed8660b14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c9e0e382d4e5e" /><Relationship Type="http://schemas.openxmlformats.org/officeDocument/2006/relationships/image" Target="/ppt/media/image5.jpeg" Id="Rdd9d8064501b4232" /><Relationship Type="http://schemas.openxmlformats.org/officeDocument/2006/relationships/notesSlide" Target="/ppt/notesSlides/notesSlide6.xml" Id="R7af5b2cdb416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d63945aab4f78" /><Relationship Type="http://schemas.openxmlformats.org/officeDocument/2006/relationships/image" Target="/ppt/media/image6.jpeg" Id="Rf4d881a4c61f4605" /><Relationship Type="http://schemas.openxmlformats.org/officeDocument/2006/relationships/notesSlide" Target="/ppt/notesSlides/notesSlide7.xml" Id="Rf369f8d1ce7244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7c9c633334ff5" /><Relationship Type="http://schemas.openxmlformats.org/officeDocument/2006/relationships/image" Target="/ppt/media/image7.jpeg" Id="Ra3f6fc55a9ea4f26" /><Relationship Type="http://schemas.openxmlformats.org/officeDocument/2006/relationships/notesSlide" Target="/ppt/notesSlides/notesSlide8.xml" Id="R44aa2f22084347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9c4264f98422d" /><Relationship Type="http://schemas.openxmlformats.org/officeDocument/2006/relationships/image" Target="/ppt/media/image8.jpeg" Id="Rf9a670382ca74ad5" /><Relationship Type="http://schemas.openxmlformats.org/officeDocument/2006/relationships/notesSlide" Target="/ppt/notesSlides/notesSlide9.xml" Id="Rcbcdcbb4d3bf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926083aa347ae" /><Relationship Type="http://schemas.openxmlformats.org/officeDocument/2006/relationships/image" Target="/ppt/media/image9.jpeg" Id="Rd309911986eb4eae" /><Relationship Type="http://schemas.openxmlformats.org/officeDocument/2006/relationships/notesSlide" Target="/ppt/notesSlides/notesSlide10.xml" Id="R1f4296c7b7ed49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dfeedbf814921" /><Relationship Type="http://schemas.openxmlformats.org/officeDocument/2006/relationships/image" Target="/ppt/media/image10.jpeg" Id="Rdd9402526f214cfe" /><Relationship Type="http://schemas.openxmlformats.org/officeDocument/2006/relationships/notesSlide" Target="/ppt/notesSlides/notesSlide11.xml" Id="Ra77f19403e7042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6fb80b9cb4a2b" /><Relationship Type="http://schemas.openxmlformats.org/officeDocument/2006/relationships/image" Target="/ppt/media/image11.jpeg" Id="Rb246f85a14ae4494" /><Relationship Type="http://schemas.openxmlformats.org/officeDocument/2006/relationships/notesSlide" Target="/ppt/notesSlides/notesSlide12.xml" Id="R81a49577145f45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18c194f634a32" /><Relationship Type="http://schemas.openxmlformats.org/officeDocument/2006/relationships/image" Target="/ppt/media/image12.jpeg" Id="Rdaf48c412f794a52" /><Relationship Type="http://schemas.openxmlformats.org/officeDocument/2006/relationships/notesSlide" Target="/ppt/notesSlides/notesSlide13.xml" Id="R433aa8b3cdbb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f2ce00a494233" /><Relationship Type="http://schemas.openxmlformats.org/officeDocument/2006/relationships/image" Target="/ppt/media/image13.jpeg" Id="Rf4a616a46b364a02" /><Relationship Type="http://schemas.openxmlformats.org/officeDocument/2006/relationships/notesSlide" Target="/ppt/notesSlides/notesSlide14.xml" Id="R9e0407febb6f48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1e044711345ee" /><Relationship Type="http://schemas.openxmlformats.org/officeDocument/2006/relationships/image" Target="/ppt/media/image14.jpeg" Id="R68419c954dde4bc7" /><Relationship Type="http://schemas.openxmlformats.org/officeDocument/2006/relationships/notesSlide" Target="/ppt/notesSlides/notesSlide15.xml" Id="R09a2907d833b4c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780fbb84d4494" /><Relationship Type="http://schemas.openxmlformats.org/officeDocument/2006/relationships/image" Target="/ppt/media/image15.jpeg" Id="Re72fb7db4a0c4cc8" /><Relationship Type="http://schemas.openxmlformats.org/officeDocument/2006/relationships/notesSlide" Target="/ppt/notesSlides/notesSlide16.xml" Id="R981692fe386f46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94e6e19dc4838" /><Relationship Type="http://schemas.openxmlformats.org/officeDocument/2006/relationships/image" Target="/ppt/media/image16.jpeg" Id="R88e8a2aea7bf47b3" /><Relationship Type="http://schemas.openxmlformats.org/officeDocument/2006/relationships/notesSlide" Target="/ppt/notesSlides/notesSlide17.xml" Id="R228043c687924c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dd525c09e4a95" /><Relationship Type="http://schemas.openxmlformats.org/officeDocument/2006/relationships/image" Target="/ppt/media/image17.jpeg" Id="Reb8a48cb9d254b75" /><Relationship Type="http://schemas.openxmlformats.org/officeDocument/2006/relationships/notesSlide" Target="/ppt/notesSlides/notesSlide18.xml" Id="Rb0c38202944240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9f0b7e2124883" /><Relationship Type="http://schemas.openxmlformats.org/officeDocument/2006/relationships/image" Target="/ppt/media/image18.jpeg" Id="R4bfab26d4f5e46d8" /><Relationship Type="http://schemas.openxmlformats.org/officeDocument/2006/relationships/notesSlide" Target="/ppt/notesSlides/notesSlide19.xml" Id="R582e822219ee46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465e387e940e8" /><Relationship Type="http://schemas.openxmlformats.org/officeDocument/2006/relationships/image" Target="/ppt/media/image19.jpeg" Id="Rcd2583f8ff7643d4" /><Relationship Type="http://schemas.openxmlformats.org/officeDocument/2006/relationships/notesSlide" Target="/ppt/notesSlides/notesSlide20.xml" Id="R158f1605b1264b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8683dfccb4475" /><Relationship Type="http://schemas.openxmlformats.org/officeDocument/2006/relationships/image" Target="/ppt/media/image20.jpeg" Id="Ra2446ca61eaf420d" /><Relationship Type="http://schemas.openxmlformats.org/officeDocument/2006/relationships/notesSlide" Target="/ppt/notesSlides/notesSlide21.xml" Id="R00e91fccc6b845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ca33c75f04ac4" /><Relationship Type="http://schemas.openxmlformats.org/officeDocument/2006/relationships/image" Target="/ppt/media/image21.jpeg" Id="Rf6c5f12422904518" /><Relationship Type="http://schemas.openxmlformats.org/officeDocument/2006/relationships/notesSlide" Target="/ppt/notesSlides/notesSlide22.xml" Id="R309bc6ddb4a94e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7ecfec76f49d7" /><Relationship Type="http://schemas.openxmlformats.org/officeDocument/2006/relationships/image" Target="/ppt/media/image22.jpeg" Id="R768daf342ec0425e" /><Relationship Type="http://schemas.openxmlformats.org/officeDocument/2006/relationships/notesSlide" Target="/ppt/notesSlides/notesSlide23.xml" Id="Rfc92e4b9a39342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069eaefa24216" /><Relationship Type="http://schemas.openxmlformats.org/officeDocument/2006/relationships/image" Target="/ppt/media/image23.jpeg" Id="R9f01095b0ec14302" /><Relationship Type="http://schemas.openxmlformats.org/officeDocument/2006/relationships/notesSlide" Target="/ppt/notesSlides/notesSlide24.xml" Id="R114a0e4f042d43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2b0b787c34b7d" /><Relationship Type="http://schemas.openxmlformats.org/officeDocument/2006/relationships/image" Target="/ppt/media/image24.jpeg" Id="R4e41b1aa04014d1d" /><Relationship Type="http://schemas.openxmlformats.org/officeDocument/2006/relationships/notesSlide" Target="/ppt/notesSlides/notesSlide25.xml" Id="R5ae1428f50a74c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b09ca93c64b34" /><Relationship Type="http://schemas.openxmlformats.org/officeDocument/2006/relationships/image" Target="/ppt/media/image25.jpeg" Id="R02b3d240d97a47c5" /><Relationship Type="http://schemas.openxmlformats.org/officeDocument/2006/relationships/notesSlide" Target="/ppt/notesSlides/notesSlide26.xml" Id="R9c8ee3137f314e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937730a274f0d" /><Relationship Type="http://schemas.openxmlformats.org/officeDocument/2006/relationships/image" Target="/ppt/media/image26.jpeg" Id="Re90a8a0ac4e24e8e" /><Relationship Type="http://schemas.openxmlformats.org/officeDocument/2006/relationships/notesSlide" Target="/ppt/notesSlides/notesSlide27.xml" Id="R99a418b61e8242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976dd9bd44aca" /><Relationship Type="http://schemas.openxmlformats.org/officeDocument/2006/relationships/image" Target="/ppt/media/image.png" Id="Rb83f2cd916ce4790" /><Relationship Type="http://schemas.openxmlformats.org/officeDocument/2006/relationships/notesSlide" Target="/ppt/notesSlides/notesSlide28.xml" Id="R5a60080d0de049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759184031478f" /><Relationship Type="http://schemas.openxmlformats.org/officeDocument/2006/relationships/image" Target="/ppt/media/image2.png" Id="Rd7ddc54ad810440a" /><Relationship Type="http://schemas.openxmlformats.org/officeDocument/2006/relationships/notesSlide" Target="/ppt/notesSlides/notesSlide29.xml" Id="Rc23bc992826a42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bc244a6d646a4" /><Relationship Type="http://schemas.openxmlformats.org/officeDocument/2006/relationships/image" Target="/ppt/media/image3.png" Id="R9e4dbbf48f2247fb" /><Relationship Type="http://schemas.openxmlformats.org/officeDocument/2006/relationships/notesSlide" Target="/ppt/notesSlides/notesSlide30.xml" Id="R572142c74ac2431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734c839e74bb8" /><Relationship Type="http://schemas.openxmlformats.org/officeDocument/2006/relationships/image" Target="/ppt/media/image4.png" Id="Rda742ef6e4f147c3" /><Relationship Type="http://schemas.openxmlformats.org/officeDocument/2006/relationships/notesSlide" Target="/ppt/notesSlides/notesSlide31.xml" Id="R408d42e2b1984a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80620b5b64287" /><Relationship Type="http://schemas.openxmlformats.org/officeDocument/2006/relationships/image" Target="/ppt/media/image5.png" Id="R1b5b26cdd66f472b" /><Relationship Type="http://schemas.openxmlformats.org/officeDocument/2006/relationships/notesSlide" Target="/ppt/notesSlides/notesSlide32.xml" Id="R9dde2d45070f45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4e0350c7242af" /><Relationship Type="http://schemas.openxmlformats.org/officeDocument/2006/relationships/image" Target="/ppt/media/image6.png" Id="Rb644685cbe064d1c" /><Relationship Type="http://schemas.openxmlformats.org/officeDocument/2006/relationships/notesSlide" Target="/ppt/notesSlides/notesSlide33.xml" Id="R819cecfa60d740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235c8c19a4024" /><Relationship Type="http://schemas.openxmlformats.org/officeDocument/2006/relationships/image" Target="/ppt/media/image7.png" Id="R114220ff5afd4182" /><Relationship Type="http://schemas.openxmlformats.org/officeDocument/2006/relationships/notesSlide" Target="/ppt/notesSlides/notesSlide34.xml" Id="R0a9a574de91f44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25a78e3e7473f" /><Relationship Type="http://schemas.openxmlformats.org/officeDocument/2006/relationships/image" Target="/ppt/media/image27.jpeg" Id="Rb11769afe49746c6" /><Relationship Type="http://schemas.openxmlformats.org/officeDocument/2006/relationships/notesSlide" Target="/ppt/notesSlides/notesSlide35.xml" Id="Re4b79c090be4492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4ddf5255c4b98" /><Relationship Type="http://schemas.openxmlformats.org/officeDocument/2006/relationships/image" Target="/ppt/media/image28.jpeg" Id="Rb51ae285e6704c43" /><Relationship Type="http://schemas.openxmlformats.org/officeDocument/2006/relationships/notesSlide" Target="/ppt/notesSlides/notesSlide36.xml" Id="R3789722b44c54df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8c9182d7f4a5f" /><Relationship Type="http://schemas.openxmlformats.org/officeDocument/2006/relationships/image" Target="/ppt/media/image29.jpeg" Id="R00b3b985eafc4daf" /><Relationship Type="http://schemas.openxmlformats.org/officeDocument/2006/relationships/notesSlide" Target="/ppt/notesSlides/notesSlide37.xml" Id="R820193371f2e41b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c304d27ec4f8a" /><Relationship Type="http://schemas.openxmlformats.org/officeDocument/2006/relationships/image" Target="/ppt/media/image30.jpeg" Id="R762f9862ddbc43a8" /><Relationship Type="http://schemas.openxmlformats.org/officeDocument/2006/relationships/notesSlide" Target="/ppt/notesSlides/notesSlide38.xml" Id="Rd1b53f2907494c4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3ad51b0294e4a" /><Relationship Type="http://schemas.openxmlformats.org/officeDocument/2006/relationships/image" Target="/ppt/media/image31.jpeg" Id="R010146ae30fe43c4" /><Relationship Type="http://schemas.openxmlformats.org/officeDocument/2006/relationships/notesSlide" Target="/ppt/notesSlides/notesSlide39.xml" Id="R60bba3f48f77481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e8bd9c7e44e18" /><Relationship Type="http://schemas.openxmlformats.org/officeDocument/2006/relationships/image" Target="/ppt/media/image32.jpeg" Id="Rcd0eb440ccc24863" /><Relationship Type="http://schemas.openxmlformats.org/officeDocument/2006/relationships/notesSlide" Target="/ppt/notesSlides/notesSlide40.xml" Id="R2c32b6395759470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40f4c82b34067" /><Relationship Type="http://schemas.openxmlformats.org/officeDocument/2006/relationships/image" Target="/ppt/media/image33.jpeg" Id="R3a0d5d8963684f57" /><Relationship Type="http://schemas.openxmlformats.org/officeDocument/2006/relationships/notesSlide" Target="/ppt/notesSlides/notesSlide41.xml" Id="R50d5c0a4136c48e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73fec9f57496b" /><Relationship Type="http://schemas.openxmlformats.org/officeDocument/2006/relationships/image" Target="/ppt/media/image34.jpeg" Id="R7003d3e1f68b42f0" /><Relationship Type="http://schemas.openxmlformats.org/officeDocument/2006/relationships/notesSlide" Target="/ppt/notesSlides/notesSlide42.xml" Id="Rd85fc2b277324b5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0c3717e3743a0" /><Relationship Type="http://schemas.openxmlformats.org/officeDocument/2006/relationships/image" Target="/ppt/media/image35.jpeg" Id="Rd069ccd9ede345fa" /><Relationship Type="http://schemas.openxmlformats.org/officeDocument/2006/relationships/notesSlide" Target="/ppt/notesSlides/notesSlide43.xml" Id="R1a38c966f16c4ee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49e696fb248ee" /><Relationship Type="http://schemas.openxmlformats.org/officeDocument/2006/relationships/image" Target="/ppt/media/image36.jpeg" Id="Ra657ac3a1e29405c" /><Relationship Type="http://schemas.openxmlformats.org/officeDocument/2006/relationships/notesSlide" Target="/ppt/notesSlides/notesSlide44.xml" Id="R1554abfb57784b5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93e55ac04425a" /><Relationship Type="http://schemas.openxmlformats.org/officeDocument/2006/relationships/image" Target="/ppt/media/image37.jpeg" Id="R0f354df373fb4f3b" /><Relationship Type="http://schemas.openxmlformats.org/officeDocument/2006/relationships/notesSlide" Target="/ppt/notesSlides/notesSlide45.xml" Id="R41a76dd70cbb462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8d217f80248eb" /><Relationship Type="http://schemas.openxmlformats.org/officeDocument/2006/relationships/image" Target="/ppt/media/image38.jpeg" Id="Rbafca5a318fc491c" /><Relationship Type="http://schemas.openxmlformats.org/officeDocument/2006/relationships/notesSlide" Target="/ppt/notesSlides/notesSlide46.xml" Id="Rf2c7aa9353c3403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8f7d29b3d4031" /><Relationship Type="http://schemas.openxmlformats.org/officeDocument/2006/relationships/image" Target="/ppt/media/image39.jpeg" Id="R788f3cbea7f4479a" /><Relationship Type="http://schemas.openxmlformats.org/officeDocument/2006/relationships/notesSlide" Target="/ppt/notesSlides/notesSlide47.xml" Id="R117309037b63486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2f6a724c64ae9" /><Relationship Type="http://schemas.openxmlformats.org/officeDocument/2006/relationships/image" Target="/ppt/media/image40.jpeg" Id="Rf083e1741b6e4733" /><Relationship Type="http://schemas.openxmlformats.org/officeDocument/2006/relationships/notesSlide" Target="/ppt/notesSlides/notesSlide48.xml" Id="Rfa2ff3dd51d84a4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486ee7177434e" /><Relationship Type="http://schemas.openxmlformats.org/officeDocument/2006/relationships/image" Target="/ppt/media/image41.jpeg" Id="R82d86a663a7e4424" /><Relationship Type="http://schemas.openxmlformats.org/officeDocument/2006/relationships/notesSlide" Target="/ppt/notesSlides/notesSlide49.xml" Id="R9f51399295c74c3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859620b484113" /><Relationship Type="http://schemas.openxmlformats.org/officeDocument/2006/relationships/image" Target="/ppt/media/image42.jpeg" Id="R2840a7f2906b4ed5" /><Relationship Type="http://schemas.openxmlformats.org/officeDocument/2006/relationships/notesSlide" Target="/ppt/notesSlides/notesSlide50.xml" Id="R59279a55218c4e8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e4bdc17814f11" /><Relationship Type="http://schemas.openxmlformats.org/officeDocument/2006/relationships/image" Target="/ppt/media/image43.jpeg" Id="R89b39884281844f2" /><Relationship Type="http://schemas.openxmlformats.org/officeDocument/2006/relationships/notesSlide" Target="/ppt/notesSlides/notesSlide51.xml" Id="R10862bc1d7ec47d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6ce6af448497d" /><Relationship Type="http://schemas.openxmlformats.org/officeDocument/2006/relationships/image" Target="/ppt/media/image44.jpeg" Id="R308a098ca30846d7" /><Relationship Type="http://schemas.openxmlformats.org/officeDocument/2006/relationships/notesSlide" Target="/ppt/notesSlides/notesSlide52.xml" Id="R6255871a0c254ab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06a9734cc44cb" /><Relationship Type="http://schemas.openxmlformats.org/officeDocument/2006/relationships/image" Target="/ppt/media/image45.jpeg" Id="Rdd59459dbb6d4fdb" /><Relationship Type="http://schemas.openxmlformats.org/officeDocument/2006/relationships/notesSlide" Target="/ppt/notesSlides/notesSlide53.xml" Id="R021f4a5267f2434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c88d5e33a4458" /><Relationship Type="http://schemas.openxmlformats.org/officeDocument/2006/relationships/image" Target="/ppt/media/image46.jpeg" Id="R86ee9e959ae143a9" /><Relationship Type="http://schemas.openxmlformats.org/officeDocument/2006/relationships/notesSlide" Target="/ppt/notesSlides/notesSlide54.xml" Id="R3acf8305ce8c41d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2613c42e94df4" /><Relationship Type="http://schemas.openxmlformats.org/officeDocument/2006/relationships/image" Target="/ppt/media/image47.jpeg" Id="R3f5abdee5311473a" /><Relationship Type="http://schemas.openxmlformats.org/officeDocument/2006/relationships/notesSlide" Target="/ppt/notesSlides/notesSlide55.xml" Id="R48a6b7160d03468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d6309cc7a4d21" /><Relationship Type="http://schemas.openxmlformats.org/officeDocument/2006/relationships/image" Target="/ppt/media/image48.jpeg" Id="Ra0f819d2d00f4296" /><Relationship Type="http://schemas.openxmlformats.org/officeDocument/2006/relationships/notesSlide" Target="/ppt/notesSlides/notesSlide56.xml" Id="R2b3515bb80dd473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ced172e044344" /><Relationship Type="http://schemas.openxmlformats.org/officeDocument/2006/relationships/image" Target="/ppt/media/image49.jpeg" Id="Rd97f6d39b3984f5c" /><Relationship Type="http://schemas.openxmlformats.org/officeDocument/2006/relationships/notesSlide" Target="/ppt/notesSlides/notesSlide57.xml" Id="R3f235b616feb416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b43cd62fd42e1" /><Relationship Type="http://schemas.openxmlformats.org/officeDocument/2006/relationships/image" Target="/ppt/media/image50.jpeg" Id="R72bef804e67c4148" /><Relationship Type="http://schemas.openxmlformats.org/officeDocument/2006/relationships/notesSlide" Target="/ppt/notesSlides/notesSlide58.xml" Id="Rc6d13e35b9214e7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d914c0de94fc9" /><Relationship Type="http://schemas.openxmlformats.org/officeDocument/2006/relationships/image" Target="/ppt/media/image51.jpeg" Id="R652bf487de734c5b" /><Relationship Type="http://schemas.openxmlformats.org/officeDocument/2006/relationships/notesSlide" Target="/ppt/notesSlides/notesSlide59.xml" Id="R65aed39f593a468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629aa7c2c4ede" /><Relationship Type="http://schemas.openxmlformats.org/officeDocument/2006/relationships/image" Target="/ppt/media/image52.jpeg" Id="R737570b842404a9e" /><Relationship Type="http://schemas.openxmlformats.org/officeDocument/2006/relationships/notesSlide" Target="/ppt/notesSlides/notesSlide60.xml" Id="R3d367d6d43024d4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cc58208c947d1" /><Relationship Type="http://schemas.openxmlformats.org/officeDocument/2006/relationships/image" Target="/ppt/media/image53.jpeg" Id="R51be9e85d0694453" /><Relationship Type="http://schemas.openxmlformats.org/officeDocument/2006/relationships/notesSlide" Target="/ppt/notesSlides/notesSlide61.xml" Id="R223aec982ae7438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35957ce114ede" /><Relationship Type="http://schemas.openxmlformats.org/officeDocument/2006/relationships/image" Target="/ppt/media/image54.jpeg" Id="R87062b3106f04821" /><Relationship Type="http://schemas.openxmlformats.org/officeDocument/2006/relationships/notesSlide" Target="/ppt/notesSlides/notesSlide62.xml" Id="R22ffc5e867b9434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592031af94b14" /><Relationship Type="http://schemas.openxmlformats.org/officeDocument/2006/relationships/image" Target="/ppt/media/image55.jpeg" Id="R79b428fa702a40d4" /><Relationship Type="http://schemas.openxmlformats.org/officeDocument/2006/relationships/notesSlide" Target="/ppt/notesSlides/notesSlide63.xml" Id="Re91e32444afd487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346a44a664302" /><Relationship Type="http://schemas.openxmlformats.org/officeDocument/2006/relationships/image" Target="/ppt/media/image56.jpeg" Id="R9527023c1fad492b" /><Relationship Type="http://schemas.openxmlformats.org/officeDocument/2006/relationships/notesSlide" Target="/ppt/notesSlides/notesSlide64.xml" Id="R6477ac3f08364e1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fe9f550b34863" /><Relationship Type="http://schemas.openxmlformats.org/officeDocument/2006/relationships/image" Target="/ppt/media/image57.jpeg" Id="R91f1d6f8c943465e" /><Relationship Type="http://schemas.openxmlformats.org/officeDocument/2006/relationships/notesSlide" Target="/ppt/notesSlides/notesSlide65.xml" Id="Ra8115f48daa7457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493dc1b174e18" /><Relationship Type="http://schemas.openxmlformats.org/officeDocument/2006/relationships/image" Target="/ppt/media/image58.jpeg" Id="R7fecf964d4834abf" /><Relationship Type="http://schemas.openxmlformats.org/officeDocument/2006/relationships/notesSlide" Target="/ppt/notesSlides/notesSlide66.xml" Id="R09db3053715c49a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527830167453d" /><Relationship Type="http://schemas.openxmlformats.org/officeDocument/2006/relationships/image" Target="/ppt/media/image59.jpeg" Id="R6acb508f540a4369" /><Relationship Type="http://schemas.openxmlformats.org/officeDocument/2006/relationships/notesSlide" Target="/ppt/notesSlides/notesSlide67.xml" Id="R7d0dc3d774eb424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dd1887b474167" /><Relationship Type="http://schemas.openxmlformats.org/officeDocument/2006/relationships/image" Target="/ppt/media/image60.jpeg" Id="Rdc740043e2c54289" /><Relationship Type="http://schemas.openxmlformats.org/officeDocument/2006/relationships/notesSlide" Target="/ppt/notesSlides/notesSlide68.xml" Id="R60113c0a68db423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9c6b4d8c84b1f" /><Relationship Type="http://schemas.openxmlformats.org/officeDocument/2006/relationships/image" Target="/ppt/media/image61.jpeg" Id="R4046f9af3e6643ec" /><Relationship Type="http://schemas.openxmlformats.org/officeDocument/2006/relationships/notesSlide" Target="/ppt/notesSlides/notesSlide69.xml" Id="Rb17bafd63be84dd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ff1bcb0564130" /><Relationship Type="http://schemas.openxmlformats.org/officeDocument/2006/relationships/image" Target="/ppt/media/image62.jpeg" Id="R324327f32ad54280" /><Relationship Type="http://schemas.openxmlformats.org/officeDocument/2006/relationships/notesSlide" Target="/ppt/notesSlides/notesSlide70.xml" Id="R0bf87f4f813844b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0f2a1bd5a4e13" /><Relationship Type="http://schemas.openxmlformats.org/officeDocument/2006/relationships/image" Target="/ppt/media/image63.jpeg" Id="Rc5ca8f8807d3430f" /><Relationship Type="http://schemas.openxmlformats.org/officeDocument/2006/relationships/notesSlide" Target="/ppt/notesSlides/notesSlide71.xml" Id="R035267789d3c428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06cc74f574ebd" /><Relationship Type="http://schemas.openxmlformats.org/officeDocument/2006/relationships/image" Target="/ppt/media/image64.jpeg" Id="R1d70ac3bd0424e70" /><Relationship Type="http://schemas.openxmlformats.org/officeDocument/2006/relationships/notesSlide" Target="/ppt/notesSlides/notesSlide72.xml" Id="Rca686189e96446b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9bcebad5d41e7" /><Relationship Type="http://schemas.openxmlformats.org/officeDocument/2006/relationships/image" Target="/ppt/media/image65.jpeg" Id="Ra66beecad0df4bf7" /><Relationship Type="http://schemas.openxmlformats.org/officeDocument/2006/relationships/notesSlide" Target="/ppt/notesSlides/notesSlide73.xml" Id="R3c347ff1b9d346a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4cb91e39a4783" /><Relationship Type="http://schemas.openxmlformats.org/officeDocument/2006/relationships/image" Target="/ppt/media/image66.jpeg" Id="R1c9ced0e19d74627" /><Relationship Type="http://schemas.openxmlformats.org/officeDocument/2006/relationships/notesSlide" Target="/ppt/notesSlides/notesSlide74.xml" Id="Rea71dd2aeb66402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1da20c6f04b25" /><Relationship Type="http://schemas.openxmlformats.org/officeDocument/2006/relationships/image" Target="/ppt/media/image67.jpeg" Id="R0870a26e134c4a32" /><Relationship Type="http://schemas.openxmlformats.org/officeDocument/2006/relationships/notesSlide" Target="/ppt/notesSlides/notesSlide75.xml" Id="R808e2bba4fe9438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5ca36e439437e" /><Relationship Type="http://schemas.openxmlformats.org/officeDocument/2006/relationships/image" Target="/ppt/media/image68.jpeg" Id="R10b817ab7e54438a" /><Relationship Type="http://schemas.openxmlformats.org/officeDocument/2006/relationships/notesSlide" Target="/ppt/notesSlides/notesSlide76.xml" Id="Re03c636598444a2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ae09372374e7e" /><Relationship Type="http://schemas.openxmlformats.org/officeDocument/2006/relationships/image" Target="/ppt/media/image69.jpeg" Id="Rf3d2e1dea7264fdf" /><Relationship Type="http://schemas.openxmlformats.org/officeDocument/2006/relationships/notesSlide" Target="/ppt/notesSlides/notesSlide77.xml" Id="Rc26003121e3e4e8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8aaaeea184a48" /><Relationship Type="http://schemas.openxmlformats.org/officeDocument/2006/relationships/image" Target="/ppt/media/image70.jpeg" Id="R797f6d865a384166" /><Relationship Type="http://schemas.openxmlformats.org/officeDocument/2006/relationships/notesSlide" Target="/ppt/notesSlides/notesSlide78.xml" Id="R79ec6038f7c647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FF64-1730-4E5C-A325-3A869AF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SNR-PER-010</a:t>
            </a:r>
          </a:p>
          <a:p xmlns:a="http://schemas.openxmlformats.org/drawingml/2006/main">
            <a:pPr>
              <a:def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추론·성능평가 이미지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306D-600C-4E01-BCEE-3EF6D41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78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GitHub clone 기반 시험 화면과 시퀀스별 추적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68FDF-F2F7-4775-9958-73F7CCB7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2026.10.23.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4D1A3-2DAF-4A9B-8D36-BC26F6DD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4개 시퀀스 평균 MOTA 80.011059%</a:t>
            </a:r>
          </a:p>
        </p:txBody>
      </p:sp>
    </p:spTree>
    <p:extLst>
      <p:ext uri="{BB962C8B-B14F-4D97-AF65-F5344CB8AC3E}">
        <p14:creationId xmlns:p14="http://schemas.microsoft.com/office/powerpoint/2010/main" val="223032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2EE2F-47BA-4F41-8A00-7A8054E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예측매니저 Images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775DA-2D58-4EA8-A9DE-5724B3320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c6ef4f42c419d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B40BF-7DCA-49A5-940A-4559DB0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사용자 이미지 목록을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793178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6EEE-4113-4FA3-BDF6-FD097526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시험 이미지 Dockerfile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4B480-1C86-4807-9340-9A2AE0AAF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e251eb2804e53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F3A87-B274-4F35-91AB-ECFE8F5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기구축 환경을 기반으로 v4.0 이미지를 생성합니다.</a:t>
            </a:r>
          </a:p>
        </p:txBody>
      </p:sp>
    </p:spTree>
    <p:extLst>
      <p:ext uri="{BB962C8B-B14F-4D97-AF65-F5344CB8AC3E}">
        <p14:creationId xmlns:p14="http://schemas.microsoft.com/office/powerpoint/2010/main" val="612914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938E9-77C1-4E3F-AC25-60F9D01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v4.0 이미지 생성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3532-1DBA-4433-A67F-1AA04628E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18bb9bca547f7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328CC-7239-44E6-A71C-9A44B5D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예측매니저에 등록된 시험 이미지를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32742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0BBCB-5631-4A79-A025-3880F1B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시험 컨테이너 실행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97D60-6A22-47B4-9E67-26C95742E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e800dc3ba434a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F666D-A959-4944-A25F-52151F49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snr-per-010-retest 컨테이너의 실행 상태를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56364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AEF02-6ECA-4805-8363-6E0FB9C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GitHub clone 명령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21CA-BC46-4957-A145-EA42A397B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d8064501b4232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1BD56-A97B-49FD-8808-8905723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시험 브랜치를 새 작업 폴더에 clone합니다.</a:t>
            </a:r>
          </a:p>
        </p:txBody>
      </p:sp>
    </p:spTree>
    <p:extLst>
      <p:ext uri="{BB962C8B-B14F-4D97-AF65-F5344CB8AC3E}">
        <p14:creationId xmlns:p14="http://schemas.microsoft.com/office/powerpoint/2010/main" val="1170600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E8B06-BFAC-40D7-BE87-48B27F78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GitHub clone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F74F7-FBCA-4B61-A0EB-979A5EAFE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881a4c61f4605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6DCF3-4A77-4F62-B31F-6EFD2FC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객체 수신과 파일 생성이 완료된 화면입니다.</a:t>
            </a:r>
          </a:p>
        </p:txBody>
      </p:sp>
    </p:spTree>
    <p:extLst>
      <p:ext uri="{BB962C8B-B14F-4D97-AF65-F5344CB8AC3E}">
        <p14:creationId xmlns:p14="http://schemas.microsoft.com/office/powerpoint/2010/main" val="841060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7C6D1-DF2B-403A-9E36-9C789D48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모델 복원과 CUDA 검증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B7B01-FCA9-4FE1-8F4B-1E6AD88BB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6fc55a9ea4f26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204B7-6DE7-4679-99D6-384AA7C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제공된 모델을 복원하고 A40 CUDA 연산을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933731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8BC32-10F7-4CCC-A8EA-558644C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모델 해시와 실행 설정 검증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A1E5F-F91F-46F8-9A76-43869712D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670382ca74ad5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6C69C-C0E6-4035-83D3-3D69815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모델·설정 파일 60개의 해시와 실제 자원 상한을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57414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B1978-DEF1-42CD-B605-2F44BB0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새 clone의 평가 노트북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3D7FA-E40E-478A-BA11-7171595E3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9911986eb4eae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E796-A5A8-40C9-BFB7-BDE226B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GitHub에서 받은 노트북의 실행 설정을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70243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3E537-FDF4-440D-A964-ECB39A1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공식 MOT20 데이터셋 다운로드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4EA3E-D68C-48A7-B0F9-7EBBBFC00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402526f214cfe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04782-0322-4338-82FA-495407F9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공식 배포처의 ZIP 파일을 처음부터 다운로드합니다.</a:t>
            </a:r>
          </a:p>
        </p:txBody>
      </p:sp>
    </p:spTree>
    <p:extLst>
      <p:ext uri="{BB962C8B-B14F-4D97-AF65-F5344CB8AC3E}">
        <p14:creationId xmlns:p14="http://schemas.microsoft.com/office/powerpoint/2010/main" val="1308303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2586-288D-4540-AB03-5C1108E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 전체 데이터 준비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6FFA-52AA-4C73-8066-6E9BB48AD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6f85a14ae4494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A2FA3-DEC3-4F2F-B44B-6A259DB2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4개 시퀀스의 8,931프레임을 준비하고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411047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1A40B-5C42-4205-99B1-02C3997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전체 이미지 추론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3314D-68D7-4AB6-BA64-F87D02889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48c412f794a52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E4E34-2D91-4F36-BB4D-B6A8A3E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새 clone 작업 폴더에서 검출·특징 추출과 객체 추적을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9557572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9CFC1-1FAC-4F01-9A03-E4730365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처리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569F9-E00C-4428-9E6A-FD2F4FE99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616a46b364a02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142FA-10E5-4CED-93D3-1BFBB8B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429프레임의 추론·추적을 완료하고 다음 처리 단계로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4451518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B8C6D-D474-49CA-A4A8-454C30C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전체 이미지 추론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E0ACF-0873-4463-ADB5-D185DB06F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9c954dde4bc7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A4179-219A-4D4D-9E19-B670C959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전체 프레임 처리 진행률을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97092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9DC39-2ECD-4B52-A616-DF293C16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전체 검출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C5C8B-2DA2-44E5-A434-D62C4AD22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fb7db4a0c4cc8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3C4F-6413-4FD7-AFB8-8448F95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2,782프레임의 사람 후보 검출을 완료하고 후속 추론을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5226169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A8B4A-C9D3-4FAA-9DDB-D950686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추가 후보 추론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B168-E10C-493F-8194-667F9E43B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8a2aea7bf47b3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91879-EDBF-4B04-9C60-E511585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추적의 누락 구간을 보완하기 위한 추가 후보를 전체 프레임에서 추론합니다.</a:t>
            </a:r>
          </a:p>
        </p:txBody>
      </p:sp>
    </p:spTree>
    <p:extLst>
      <p:ext uri="{BB962C8B-B14F-4D97-AF65-F5344CB8AC3E}">
        <p14:creationId xmlns:p14="http://schemas.microsoft.com/office/powerpoint/2010/main" val="9627782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7304F-C25D-4EEA-A51D-4436F8C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완료 시퀀스 검증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A7C5F-0EF7-42A7-A368-C177955ABE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a48cb9d254b75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4E6B6-FDDD-40F7-B668-03D6DB2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MOT20-01·02의 완료 기록과 MOT20-02의 최종 추적 파일, 실패 목록을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303074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E6100-C19E-42C8-9BC4-E0E116C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전체 이미지 추론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3578B-CDCA-4FBC-9979-FC6D1C5EF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ab26d4f5e46d8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B009-5A40-41B3-9E68-0A8057D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전체 프레임 처리 진행률을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275753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F5E03-4B9B-4E89-9F06-89921072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전체 검출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28BFC-0B7C-4378-889F-53230C316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583f8ff7643d4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C35A5-F278-4E2D-9CD4-E6F398C0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2,405프레임의 사람 후보 검출을 완료하고 후속 추론을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833881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DBF68-EF68-472F-80BB-9460E8E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세 시퀀스 완료 검증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9B4A6-698F-420C-9A9C-5AEFED63D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46ca61eaf420d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CE4DD-F619-4A42-90CF-118130E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MOT20-01·02·03의 완료 기록과 결과 파일, 실패 목록을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39936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F8791-27FB-4804-8939-461C20F4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전체 이미지 추론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6DB91-E8A2-4EEB-BE88-E8FE98E21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5f12422904518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9BD9A-47D7-425D-844F-502793E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전체 프레임 처리 진행률을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158212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86FED-4747-4C5A-92BE-B9EEA740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전체 검출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44F0F-1C98-479E-8F74-6DCF8E7AA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daf342ec0425e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F2E8D-A77F-4E69-B7DC-7B64D69C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3,315프레임의 사람 후보 검출을 완료하고 후속 추론을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20802263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FCFB9-7EAE-4C64-84F9-11ADE80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시퀀스별 성능평가 결과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62383-7A5B-4B05-9F04-A2CDBF2BD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1095b0ec14302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3E88E-0722-44D8-97CE-8D93DD1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TrackEval의 MOTA·FP·FN·IDSW·GT 값을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669629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7B9D-1200-46C0-8D2D-D1ABF19F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MOTA 그래프와 판정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CE708-C449-4280-BB32-F7EC06270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1b1aa04014d1d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5AD8C-59AB-454F-9273-13344F9A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4개 시퀀스의 MOTA 산술평균으로 목표 달성 여부를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066926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70C58-F2FD-42C9-A5FA-B07F37D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객체 추적 이미지 출력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E4BD1-C2D0-46DB-BBA6-C5547BC94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3d240d97a47c5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86EA5-E74F-4BFF-8D44-0ED0444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시퀀스별 객체 위치·추적 ID와 이동 궤적을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670500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BC902-A77B-4A31-85F7-A3D25222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전체 성능평가 완료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3C810-05AB-4E11-8B18-3873A3DC9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a8a0ac4e24e8e"/>
          <a:stretch xmlns:a="http://schemas.openxmlformats.org/drawingml/2006/main"/>
        </p:blipFill>
        <p:spPr>
          <a:xfrm xmlns:a="http://schemas.openxmlformats.org/drawingml/2006/main">
            <a:off x="1582726" y="1000125"/>
            <a:ext cx="9026549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1C53F-05F7-4D7B-AD52-AEEC16AB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4개 시퀀스의 평균 MOTA와 목표 80% 달성 여부를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779552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CD36D-7200-4D50-AF32-B7A22094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시퀀스와 평균 MOTA 비교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C6DA-6410-4D4D-9D62-FD1D6DDC45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f2cd916ce4790"/>
          <a:stretch xmlns:a="http://schemas.openxmlformats.org/drawingml/2006/main"/>
        </p:blipFill>
        <p:spPr>
          <a:xfrm xmlns:a="http://schemas.openxmlformats.org/drawingml/2006/main">
            <a:off x="1350818" y="1000125"/>
            <a:ext cx="949036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CCA19-87DB-45FF-BB89-6D8D34E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4개 시퀀스와 전체 산술평균을 목표 80%와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546475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DDFC6-5B46-4D15-8B1B-DA27A14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정답 객체 수 대비 오류 비율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7D8FE-92EF-4575-9EBF-DE6440834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dc54ad810440a"/>
          <a:stretch xmlns:a="http://schemas.openxmlformats.org/drawingml/2006/main"/>
        </p:blipFill>
        <p:spPr>
          <a:xfrm xmlns:a="http://schemas.openxmlformats.org/drawingml/2006/main">
            <a:off x="1350818" y="1000125"/>
            <a:ext cx="949036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83016-61EA-4C30-B1B1-CA0E09A4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FP·FN·IDSW를 정답 객체 수에 대한 비율로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8042527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E39AF-D4B7-4578-9A53-AA384D27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성능평가 수치표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E73EA-C5C3-48DA-A7F6-979A1FEDB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dbbf48f2247fb"/>
          <a:stretch xmlns:a="http://schemas.openxmlformats.org/drawingml/2006/main"/>
        </p:blipFill>
        <p:spPr>
          <a:xfrm xmlns:a="http://schemas.openxmlformats.org/drawingml/2006/main">
            <a:off x="381000" y="2381250"/>
            <a:ext cx="11430000" cy="2457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2876-0DEE-486A-B4D1-4DFC3DA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시퀀스별 FP·FN·IDSW·GT와 MOTA, 네 시퀀스의 평균을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123963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96480-30A0-43B9-8C3A-A8F57046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시퀀스별 MOTA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4772-DE03-40EE-9DBF-CF927CD4D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42ef6e4f147c3"/>
          <a:stretch xmlns:a="http://schemas.openxmlformats.org/drawingml/2006/main"/>
        </p:blipFill>
        <p:spPr>
          <a:xfrm xmlns:a="http://schemas.openxmlformats.org/drawingml/2006/main">
            <a:off x="1202531" y="1000125"/>
            <a:ext cx="9786938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86B44-E521-4AC7-B429-D279F3E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서버에서 계산한 실제 평가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12391369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DFCF5-C4F8-42AE-A779-8E10C403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FP·FN·IDSW 평가 결과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38D3F-62F6-47EE-8F59-C00DC556C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b26cdd66f472b"/>
          <a:stretch xmlns:a="http://schemas.openxmlformats.org/drawingml/2006/main"/>
        </p:blipFill>
        <p:spPr>
          <a:xfrm xmlns:a="http://schemas.openxmlformats.org/drawingml/2006/main">
            <a:off x="1202531" y="1000125"/>
            <a:ext cx="9786938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25793-5632-4998-A368-3B084632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서버에서 계산한 실제 평가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17775167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56F31-E336-4773-B413-F67F8B7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시퀀스별 IDF1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D5B8-EB63-4F1B-8383-27C26D92C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4685cbe064d1c"/>
          <a:stretch xmlns:a="http://schemas.openxmlformats.org/drawingml/2006/main"/>
        </p:blipFill>
        <p:spPr>
          <a:xfrm xmlns:a="http://schemas.openxmlformats.org/drawingml/2006/main">
            <a:off x="1202531" y="1000125"/>
            <a:ext cx="9786938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DDF07-B280-413C-BF34-9ECEA09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서버에서 계산한 실제 평가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8317888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A0AB0-3FFA-4672-8AB3-A50BB76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전체 프레임 처리 범위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C4C8F-2999-4313-A696-789EC9FA9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220ff5afd4182"/>
          <a:stretch xmlns:a="http://schemas.openxmlformats.org/drawingml/2006/main"/>
        </p:blipFill>
        <p:spPr>
          <a:xfrm xmlns:a="http://schemas.openxmlformats.org/drawingml/2006/main">
            <a:off x="1202531" y="1000125"/>
            <a:ext cx="9786938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827E-DD3C-45F2-9BDC-FC765F9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서버에서 계산한 실제 평가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599965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DBFF-212A-49DB-A9F8-EC3840D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63AD-83FD-4AB0-9691-9C43C420D4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769afe49746c6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0E4D3-E70A-4AEF-AEB9-0B13B59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8759792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79C79-B2B9-41CD-90B3-AEB4334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62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84922-E008-493C-9940-ED59DAAA7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ae285e6704c43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657F1-1A60-45B7-B2D5-5BF4FAD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084840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7470D-C413-4F69-A2D2-3CD53CB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123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D458F-6CC6-4016-9D05-4B76B745C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3b985eafc4daf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7D3D1-B732-442E-A611-0225428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843156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48E4-3839-46E6-BFCB-260FE0C8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184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1DA0F-B105-4E20-B0C1-5988A5CD3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f9862ddbc43a8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F1A43-D42A-4A22-951B-02F3E16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955385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2F0A5-A9F9-4538-AFB1-191C8358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245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66E3-F6D9-481C-BBE0-D7D13B9DD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146ae30fe43c4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3D7E9-B33A-4CA3-9DE8-88A5155A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953276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71AE3-D253-4E09-8C1C-7F5B9EAC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306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C0A07-F23C-454B-BCCF-6252A8ABD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eb440ccc24863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34903-C762-478F-979B-7E2591D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045861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27EAD-D708-4B27-A4EF-A93AF68F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367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AA03-E407-4ABB-80C5-E6384B179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d5d8963684f57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6E4B7-6934-433E-8E67-8177A0C1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0650092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D0562-E229-4CC8-A9E1-403ADA50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추적 결과 프레임 429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99ACF-DBEB-472C-911B-E5AFB0339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3d3e1f68b42f0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952F-A556-4478-9A7E-D8A7074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9570466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20017-7719-46AC-A047-4382458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이동 궤적 프레임 143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332A3-61CE-4928-B543-B4FC2D0D9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9ccd9ede345fa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4C4C3-F9A1-4C4C-A1BB-4F30D71F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354402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57AE3-DD63-43AC-B9F8-1EC1527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이동 궤적 프레임 286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09C14-CB24-4C39-982D-8DBB09DA3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7ac3a1e29405c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3CA1-228E-4B67-BE2F-71224072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075853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318A8-6A89-4C73-AFB0-3E776BA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MOT20-01 이동 궤적 프레임 429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7F645-B9BC-4AC3-9DCE-AF167F4F7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54df373fb4f3b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0E75-2D5B-41E6-8367-F687463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6668990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99118-26A2-4F90-A773-2704492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95A63-EBB0-4C70-9A88-1CA66F070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ca5a318fc491c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F823F-8C96-4DCF-AAF9-8D82489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49502575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EFB5-9D0F-4696-A703-8B31A5B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398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E4A9-AA13-45C2-BF82-B03C4BFD33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f3cbea7f4479a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6D3A8-6BB6-450C-A280-95A32813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099210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BA790-CA41-4C2F-B83F-32E9BB8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795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8C709-063B-43C2-AA58-229FF7C13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3e1741b6e4733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3EFFB-2806-4A16-BC28-76215725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629384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FD4B0-CAFC-4F99-8CF7-7BC082F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1192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7C0F8-11AF-4310-8991-5CC6F7979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86a663a7e4424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75C59-EC0F-46ED-B036-8CE578B3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53384247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17D32-BB74-4223-BFDB-97CD2DF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1590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77A62-B44C-4441-B73D-82EFC35E7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0a7f2906b4ed5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303A0-8BAE-4E20-9CC4-A9142A2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9053035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6447D-AB33-431A-B6B0-B9B40E9A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1987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2D3D-C366-4D13-8AD1-767962182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39884281844f2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51D0A-F3B9-4FD2-BB8B-3B208FD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8980185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54BF8-79C0-40D9-B59D-534D783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2384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47B2D-C782-407D-A0C6-8B151CE287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a098ca30846d7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9AE42-2978-4297-B547-9880360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78723163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56490-38A9-459F-B1EB-9A1F91E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추적 결과 프레임 2782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19EF-AE43-4000-BA51-51F07665E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459dbb6d4fdb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E442A-7453-4522-AADB-91C71997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65522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E6E7-C440-4B54-BBCB-F1961C8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이동 궤적 프레임 927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A0D4-E8B3-4169-A0C0-6DD7F8FAA8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9e959ae143a9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0FB56-B64B-4290-9D68-9B274295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9307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B52BF-004E-451B-94B7-B178403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이동 궤적 프레임 1854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FA5A-20C3-449A-9F85-8CADEABEE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abdee5311473a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6DD7E-957D-405F-BF7B-97E38441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1589738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D8C30-054A-4CAB-9C5A-693B0F5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MOT20-02 이동 궤적 프레임 2782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2B320-6F45-4D88-B56C-9C9AF097C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819d2d00f4296"/>
          <a:stretch xmlns:a="http://schemas.openxmlformats.org/drawingml/2006/main"/>
        </p:blipFill>
        <p:spPr>
          <a:xfrm xmlns:a="http://schemas.openxmlformats.org/drawingml/2006/main">
            <a:off x="1637893" y="1000125"/>
            <a:ext cx="8916214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7B076-B202-4C9A-96F9-EA0F59AF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6372895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343A5-BF89-414D-8A65-0F0445C6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37A5A-E12B-41A7-947F-275D852A4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f6d39b3984f5c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CEDC2-55BE-45D9-8F02-BD98DB4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5158176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0A70B-6156-4A15-911D-AB2BA02F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344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EEA37-02D4-4D24-830B-2E018EBFB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ef804e67c4148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855A7-B9FA-4318-A57E-2029103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2452226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10190-5582-4FA1-B5AD-4A37D697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687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E3337-D3C0-458B-BA42-1087F7990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f487de734c5b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52E0B-3823-40BE-85A8-66921078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048463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1646F-7792-4583-9FD4-9BE0827E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1031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ADBA4-8D41-4414-98CC-6BFB041DE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570b842404a9e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E7B84-E975-4886-B884-FA87F723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1718868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76F8F-E44B-4140-B20A-2BEF8005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1374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57A16-7451-4C2C-8DE2-7A188DAA3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e9e85d0694453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A9A36-5FF3-428B-B6C0-5D85080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087314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0F813-D593-4FF3-BB7D-BC7A4AC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1718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E4BA0-32D1-4D30-B32D-8C3A4491B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62b3106f04821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C5A8E-6D12-4360-8075-42DD8307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0114062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7D1B1-1929-4F56-A83E-2586330C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2061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3DD02-7DF9-4A72-874C-F8A0A4156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428fa702a40d4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62D57-AF6D-489B-81CF-5F0C391D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381008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6E875-FC48-4DEF-8FB9-2D9717C4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추적 결과 프레임 2405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81ED9-8BB3-4FC1-882A-FAE18ECE4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7023c1fad492b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9F11E-3DC6-4A7C-9D06-2E047B35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517136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2A4C-4765-4E82-866A-BFAD923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이동 궤적 프레임 801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D9FD6-1FE8-406F-A2D9-2D4CAD2111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1d6f8c943465e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2BC79-08F8-4030-8D2A-B09F94C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50056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865EC-EEEA-49D3-A2DD-333DD4B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이동 궤적 프레임 1603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4463D-18DD-4A79-83BD-DB8D28CF9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cf964d4834abf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468B1-113D-4375-85BF-66F49441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61487865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8053E-B6F5-4AA6-8BBA-CAC6BCB8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MOT20-03 이동 궤적 프레임 2405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E794E-FF07-4D9F-92A2-835F648F1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b508f540a4369"/>
          <a:stretch xmlns:a="http://schemas.openxmlformats.org/drawingml/2006/main"/>
        </p:blipFill>
        <p:spPr>
          <a:xfrm xmlns:a="http://schemas.openxmlformats.org/drawingml/2006/main">
            <a:off x="2782846" y="1000125"/>
            <a:ext cx="6626307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CEA24-1FD4-4A1F-8AA0-799ECC4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14596947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B1B7F-FC12-4CE3-9B59-6A6623E4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C59B7-EB38-4796-B741-B3918F39C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40043e2c54289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197D2-17AB-41F4-AEE5-D641DCB1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52627481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D05F2-AAE1-499D-AAF4-457DF164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474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61177-0635-4EC6-90B6-5D3BBE373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6f9af3e6643ec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184D3-E1AD-4A1D-B504-457E9CD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95899677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AF13-E455-403D-82C9-9500D37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947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7A42-8900-429E-9973-DF495EC95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327f32ad54280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E1F86-E46B-4070-BB25-33A09C3F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17402402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EE98D-270C-4CB7-8451-93896086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1421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F65E4-EDE6-47FC-A02B-728594DC8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a8f8807d3430f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3A198-16DB-40E1-BA5B-81A7A0EF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02268891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7B633-5998-4F48-8DFF-F97262FF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1894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7209-1E2B-4D0D-8D16-D2D1138FD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0ac3bd0424e70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4F526-66CB-47C3-B0F6-C53BC0AA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3491773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CBDB4-D197-4F58-83C7-2BA7851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2368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E2A10-178B-4EE3-BDB2-2E6620E3F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beecad0df4bf7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DEBD1-2CB3-4E64-9585-0C07D56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9256763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AA577-1638-4E0A-BFEA-79CD65F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2841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48B6D-32E2-4E32-B098-D7129D6B27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ced0e19d74627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E2783-9E11-48D1-8D31-DFB32BF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67722545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DCAA9-2093-46C3-8149-C10859A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추적 결과 프레임 3315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10C08-3B0B-41D6-A405-DEE30EEC6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0a26e134c4a32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C0396-3A38-4E3C-B645-D65178B8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상자와 번호는 예측된 객체의 위치와 추적 ID를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44822612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5DE10-E2AC-42F3-9146-B5BAC8A6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이동 궤적 프레임 1105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6F933-BF87-4715-8B29-7C34B0BFE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817ab7e54438a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BD8BD-B156-4C9D-AC0A-A924D6BD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1023325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4D3EE-6118-4D73-9824-9B04AE2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이동 궤적 프레임 2210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BEB3-F138-4E8A-80F3-76638C1B0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2e1dea7264fdf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8DCFC-56B9-4F90-B111-0F4E599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6637921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0FB68-12CC-49D8-9985-5D91618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MOT20-05 이동 궤적 프레임 3315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A6B78-36CD-4F7B-8387-498F133D9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f6d865a384166"/>
          <a:stretch xmlns:a="http://schemas.openxmlformats.org/drawingml/2006/main"/>
        </p:blipFill>
        <p:spPr>
          <a:xfrm xmlns:a="http://schemas.openxmlformats.org/drawingml/2006/main">
            <a:off x="2255527" y="1000125"/>
            <a:ext cx="7680946" cy="5219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848C9-8B2E-4A18-B2E4-2EA54CC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032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364F"/>
                </a:solidFill>
                <a:latin typeface="Malgun Gothic"/>
                <a:ea typeface="Malgun Gothic"/>
                <a:cs typeface="Malgun Gothic"/>
              </a:rPr>
              <a:t>최근 30프레임에서 최대 30개 객체의 이동 경로를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5781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2026-10-23T00:09:35.7560000Z</dcterms:created>
  <dcterms:modified xsi:type="dcterms:W3CDTF">2026-10-23T00:09:35.7560000Z</dcterms:modified>
</coreProperties>
</file>